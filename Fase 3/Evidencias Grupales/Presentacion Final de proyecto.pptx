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9144000" cy="5143500"/>
  <p:notesSz cx="6858000" cy="9144000"/>
  <p:embeddedFontLst>
    <p:embeddedFont>
      <p:font typeface="Raleway Bold" charset="1" panose="00000000000000000000"/>
      <p:regular r:id="rId39"/>
    </p:embeddedFont>
    <p:embeddedFont>
      <p:font typeface="Lato Bold" charset="1" panose="020F0502020204030203"/>
      <p:regular r:id="rId40"/>
    </p:embeddedFont>
    <p:embeddedFont>
      <p:font typeface="Calibri (MS)" charset="1" panose="020F0502020204030204"/>
      <p:regular r:id="rId41"/>
    </p:embeddedFont>
    <p:embeddedFont>
      <p:font typeface="Calibri (MS) Bold" charset="1" panose="020F0702030404030204"/>
      <p:regular r:id="rId42"/>
    </p:embeddedFont>
    <p:embeddedFont>
      <p:font typeface="Lato" charset="1" panose="020F0502020204030203"/>
      <p:regular r:id="rId43"/>
    </p:embeddedFont>
    <p:embeddedFont>
      <p:font typeface="Glacial Indifference" charset="1" panose="00000000000000000000"/>
      <p:regular r:id="rId44"/>
    </p:embeddedFont>
    <p:embeddedFont>
      <p:font typeface="Montserrat" charset="1" panose="00000500000000000000"/>
      <p:regular r:id="rId45"/>
    </p:embeddedFont>
    <p:embeddedFont>
      <p:font typeface="IBM Plex Sans" charset="1" panose="020B0503050203000203"/>
      <p:regular r:id="rId46"/>
    </p:embeddedFont>
    <p:embeddedFont>
      <p:font typeface="Montserrat Bold" charset="1" panose="00000600000000000000"/>
      <p:regular r:id="rId47"/>
    </p:embeddedFont>
    <p:embeddedFont>
      <p:font typeface="Montserrat Bold Italics" charset="1" panose="00000600000000000000"/>
      <p:regular r:id="rId48"/>
    </p:embeddedFont>
    <p:embeddedFont>
      <p:font typeface="Calibri (MS) Bold Italics" charset="1" panose="020F07020304040A0204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jpeg" Type="http://schemas.openxmlformats.org/officeDocument/2006/relationships/image"/><Relationship Id="rId15" Target="../media/image23.jpe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26.jpeg" Type="http://schemas.openxmlformats.org/officeDocument/2006/relationships/image"/><Relationship Id="rId19" Target="../media/image1.jpe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jpe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jpeg" Type="http://schemas.openxmlformats.org/officeDocument/2006/relationships/image"/><Relationship Id="rId7" Target="../media/image35.jpeg" Type="http://schemas.openxmlformats.org/officeDocument/2006/relationships/image"/><Relationship Id="rId8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35.jpeg" Type="http://schemas.openxmlformats.org/officeDocument/2006/relationships/image"/><Relationship Id="rId9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42.jpeg" Type="http://schemas.openxmlformats.org/officeDocument/2006/relationships/image"/><Relationship Id="rId7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45.jpeg" Type="http://schemas.openxmlformats.org/officeDocument/2006/relationships/image"/><Relationship Id="rId7" Target="https://docs.google.com/spreadsheets/d/1p4vBjsG2iJMpsjR6_QNaNDWG2iDUJc7o/edit?usp=drive_link&amp;ouid=111522182064474972101&amp;rtpof=true&amp;sd=true" TargetMode="External" Type="http://schemas.openxmlformats.org/officeDocument/2006/relationships/hyperlink"/><Relationship Id="rId8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jpeg" Type="http://schemas.openxmlformats.org/officeDocument/2006/relationships/image"/><Relationship Id="rId11" Target="../media/image53.jpeg" Type="http://schemas.openxmlformats.org/officeDocument/2006/relationships/image"/><Relationship Id="rId12" Target="../media/image54.png" Type="http://schemas.openxmlformats.org/officeDocument/2006/relationships/image"/><Relationship Id="rId13" Target="../media/image55.svg" Type="http://schemas.openxmlformats.org/officeDocument/2006/relationships/image"/><Relationship Id="rId14" Target="../media/image56.png" Type="http://schemas.openxmlformats.org/officeDocument/2006/relationships/image"/><Relationship Id="rId15" Target="../media/image57.svg" Type="http://schemas.openxmlformats.org/officeDocument/2006/relationships/image"/><Relationship Id="rId16" Target="../media/image58.png" Type="http://schemas.openxmlformats.org/officeDocument/2006/relationships/image"/><Relationship Id="rId17" Target="../media/image59.svg" Type="http://schemas.openxmlformats.org/officeDocument/2006/relationships/image"/><Relationship Id="rId18" Target="../media/image60.png" Type="http://schemas.openxmlformats.org/officeDocument/2006/relationships/image"/><Relationship Id="rId19" Target="../media/image61.svg" Type="http://schemas.openxmlformats.org/officeDocument/2006/relationships/image"/><Relationship Id="rId2" Target="../media/image5.png" Type="http://schemas.openxmlformats.org/officeDocument/2006/relationships/image"/><Relationship Id="rId20" Target="../media/image62.svg" Type="http://schemas.openxmlformats.org/officeDocument/2006/relationships/image"/><Relationship Id="rId21" Target="../media/image63.png" Type="http://schemas.openxmlformats.org/officeDocument/2006/relationships/image"/><Relationship Id="rId22" Target="../media/image64.svg" Type="http://schemas.openxmlformats.org/officeDocument/2006/relationships/image"/><Relationship Id="rId23" Target="../media/image65.png" Type="http://schemas.openxmlformats.org/officeDocument/2006/relationships/image"/><Relationship Id="rId24" Target="../media/image66.jpeg" Type="http://schemas.openxmlformats.org/officeDocument/2006/relationships/image"/><Relationship Id="rId25" Target="../media/image1.jpeg" Type="http://schemas.openxmlformats.org/officeDocument/2006/relationships/image"/><Relationship Id="rId3" Target="../media/image6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jpeg" Type="http://schemas.openxmlformats.org/officeDocument/2006/relationships/image"/><Relationship Id="rId7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svg" Type="http://schemas.openxmlformats.org/officeDocument/2006/relationships/image"/><Relationship Id="rId12" Target="../media/image79.png" Type="http://schemas.openxmlformats.org/officeDocument/2006/relationships/image"/><Relationship Id="rId13" Target="../media/image80.svg" Type="http://schemas.openxmlformats.org/officeDocument/2006/relationships/image"/><Relationship Id="rId14" Target="../media/image81.png" Type="http://schemas.openxmlformats.org/officeDocument/2006/relationships/image"/><Relationship Id="rId15" Target="../media/image82.svg" Type="http://schemas.openxmlformats.org/officeDocument/2006/relationships/image"/><Relationship Id="rId2" Target="../media/image72.png" Type="http://schemas.openxmlformats.org/officeDocument/2006/relationships/image"/><Relationship Id="rId3" Target="../media/image73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74.jpeg" Type="http://schemas.openxmlformats.org/officeDocument/2006/relationships/image"/><Relationship Id="rId7" Target="../media/image75.png" Type="http://schemas.openxmlformats.org/officeDocument/2006/relationships/image"/><Relationship Id="rId8" Target="../media/image76.svg" Type="http://schemas.openxmlformats.org/officeDocument/2006/relationships/image"/><Relationship Id="rId9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jpeg" Type="http://schemas.openxmlformats.org/officeDocument/2006/relationships/image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media/image85.png" Type="http://schemas.openxmlformats.org/officeDocument/2006/relationships/image"/><Relationship Id="rId5" Target="../media/image86.svg" Type="http://schemas.openxmlformats.org/officeDocument/2006/relationships/image"/><Relationship Id="rId6" Target="../media/image87.jpe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Relationship Id="rId9" Target="../media/image90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93.jpeg" Type="http://schemas.openxmlformats.org/officeDocument/2006/relationships/image"/><Relationship Id="rId5" Target="../media/image94.png" Type="http://schemas.openxmlformats.org/officeDocument/2006/relationships/image"/><Relationship Id="rId6" Target="../media/image95.svg" Type="http://schemas.openxmlformats.org/officeDocument/2006/relationships/image"/><Relationship Id="rId7" Target="../media/image96.jpeg" Type="http://schemas.openxmlformats.org/officeDocument/2006/relationships/image"/><Relationship Id="rId8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99.jpeg" Type="http://schemas.openxmlformats.org/officeDocument/2006/relationships/image"/><Relationship Id="rId7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.jpeg" Type="http://schemas.openxmlformats.org/officeDocument/2006/relationships/image"/><Relationship Id="rId2" Target="../media/image100.png" Type="http://schemas.openxmlformats.org/officeDocument/2006/relationships/image"/><Relationship Id="rId3" Target="../media/image101.svg" Type="http://schemas.openxmlformats.org/officeDocument/2006/relationships/image"/><Relationship Id="rId4" Target="../media/image102.png" Type="http://schemas.openxmlformats.org/officeDocument/2006/relationships/image"/><Relationship Id="rId5" Target="../media/image103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104.jpe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7.png" Type="http://schemas.openxmlformats.org/officeDocument/2006/relationships/image"/><Relationship Id="rId5" Target="../media/image108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9.png" Type="http://schemas.openxmlformats.org/officeDocument/2006/relationships/image"/><Relationship Id="rId5" Target="../media/image110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1.png" Type="http://schemas.openxmlformats.org/officeDocument/2006/relationships/image"/><Relationship Id="rId3" Target="../media/image112.svg" Type="http://schemas.openxmlformats.org/officeDocument/2006/relationships/image"/><Relationship Id="rId4" Target="../media/image113.jpeg" Type="http://schemas.openxmlformats.org/officeDocument/2006/relationships/image"/><Relationship Id="rId5" Target="../media/image114.png" Type="http://schemas.openxmlformats.org/officeDocument/2006/relationships/image"/><Relationship Id="rId6" Target="../media/image11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6.png" Type="http://schemas.openxmlformats.org/officeDocument/2006/relationships/image"/><Relationship Id="rId5" Target="../media/image117.svg" Type="http://schemas.openxmlformats.org/officeDocument/2006/relationships/image"/><Relationship Id="rId6" Target="../media/image118.jpeg" Type="http://schemas.openxmlformats.org/officeDocument/2006/relationships/image"/><Relationship Id="rId7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9.png" Type="http://schemas.openxmlformats.org/officeDocument/2006/relationships/image"/><Relationship Id="rId3" Target="../media/image120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.jpeg" Type="http://schemas.openxmlformats.org/officeDocument/2006/relationships/image"/><Relationship Id="rId9" Target="../media/image12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2.png" Type="http://schemas.openxmlformats.org/officeDocument/2006/relationships/image"/><Relationship Id="rId3" Target="../media/image123.svg" Type="http://schemas.openxmlformats.org/officeDocument/2006/relationships/image"/><Relationship Id="rId4" Target="../media/image124.jpeg" Type="http://schemas.openxmlformats.org/officeDocument/2006/relationships/image"/><Relationship Id="rId5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5.png" Type="http://schemas.openxmlformats.org/officeDocument/2006/relationships/image"/><Relationship Id="rId5" Target="../media/image126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127.jpeg" Type="http://schemas.openxmlformats.org/officeDocument/2006/relationships/image"/><Relationship Id="rId9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5.png" Type="http://schemas.openxmlformats.org/officeDocument/2006/relationships/image"/><Relationship Id="rId5" Target="../media/image126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8.png" Type="http://schemas.openxmlformats.org/officeDocument/2006/relationships/image"/><Relationship Id="rId5" Target="../media/image129.svg" Type="http://schemas.openxmlformats.org/officeDocument/2006/relationships/image"/><Relationship Id="rId6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1732" r="0" b="-86416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7511" y="661481"/>
            <a:ext cx="8150924" cy="4259104"/>
          </a:xfrm>
          <a:custGeom>
            <a:avLst/>
            <a:gdLst/>
            <a:ahLst/>
            <a:cxnLst/>
            <a:rect r="r" b="b" t="t" l="l"/>
            <a:pathLst>
              <a:path h="4259104" w="8150924">
                <a:moveTo>
                  <a:pt x="0" y="0"/>
                </a:moveTo>
                <a:lnTo>
                  <a:pt x="8150924" y="0"/>
                </a:lnTo>
                <a:lnTo>
                  <a:pt x="8150924" y="4259103"/>
                </a:lnTo>
                <a:lnTo>
                  <a:pt x="0" y="4259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86599" y="749122"/>
            <a:ext cx="4566771" cy="3300251"/>
          </a:xfrm>
          <a:custGeom>
            <a:avLst/>
            <a:gdLst/>
            <a:ahLst/>
            <a:cxnLst/>
            <a:rect r="r" b="b" t="t" l="l"/>
            <a:pathLst>
              <a:path h="3300251" w="4566771">
                <a:moveTo>
                  <a:pt x="0" y="0"/>
                </a:moveTo>
                <a:lnTo>
                  <a:pt x="4566771" y="0"/>
                </a:lnTo>
                <a:lnTo>
                  <a:pt x="4566771" y="3300251"/>
                </a:lnTo>
                <a:lnTo>
                  <a:pt x="0" y="3300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5178" y="1401451"/>
            <a:ext cx="2877579" cy="128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 WeDo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9773" y="4367898"/>
            <a:ext cx="1419339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595959"/>
                </a:solidFill>
                <a:latin typeface="Lato Bold"/>
                <a:ea typeface="Lato Bold"/>
                <a:cs typeface="Lato Bold"/>
                <a:sym typeface="Lato Bold"/>
              </a:rPr>
              <a:t>Sebastián Solar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2973" y="4367898"/>
            <a:ext cx="1691688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595959"/>
                </a:solidFill>
                <a:latin typeface="Lato Bold"/>
                <a:ea typeface="Lato Bold"/>
                <a:cs typeface="Lato Bold"/>
                <a:sym typeface="Lato Bold"/>
              </a:rPr>
              <a:t> Ignacio Mardones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189"/>
            <a:ext cx="9356893" cy="499161"/>
          </a:xfrm>
          <a:custGeom>
            <a:avLst/>
            <a:gdLst/>
            <a:ahLst/>
            <a:cxnLst/>
            <a:rect r="r" b="b" t="t" l="l"/>
            <a:pathLst>
              <a:path h="499161" w="9356893">
                <a:moveTo>
                  <a:pt x="0" y="0"/>
                </a:moveTo>
                <a:lnTo>
                  <a:pt x="9356893" y="0"/>
                </a:lnTo>
                <a:lnTo>
                  <a:pt x="9356893" y="499161"/>
                </a:lnTo>
                <a:lnTo>
                  <a:pt x="0" y="4991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950" y="1127760"/>
            <a:ext cx="7815701" cy="3134820"/>
          </a:xfrm>
          <a:custGeom>
            <a:avLst/>
            <a:gdLst/>
            <a:ahLst/>
            <a:cxnLst/>
            <a:rect r="r" b="b" t="t" l="l"/>
            <a:pathLst>
              <a:path h="3134820" w="7815701">
                <a:moveTo>
                  <a:pt x="0" y="0"/>
                </a:moveTo>
                <a:lnTo>
                  <a:pt x="7815701" y="0"/>
                </a:lnTo>
                <a:lnTo>
                  <a:pt x="7815701" y="3134820"/>
                </a:lnTo>
                <a:lnTo>
                  <a:pt x="0" y="3134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037" y="1316497"/>
            <a:ext cx="7715926" cy="75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Contexto negocio</a:t>
            </a:r>
          </a:p>
          <a:p>
            <a:pPr algn="just">
              <a:lnSpc>
                <a:spcPts val="272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5106" y="1889760"/>
            <a:ext cx="7133804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WeDo es una innovadora plataforma diseñada para abordar una necesidad no cubierta en el sector de la construcción. Ofrece a los usuarios un espacio único para publicar y compartir la planificación de sus proyectos ideales, conectándolos con empresas y pymes del rubro que compiten por ofrecer soluciones de alta calidad al mejor costo.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950" y="1127760"/>
            <a:ext cx="7815701" cy="3134820"/>
          </a:xfrm>
          <a:custGeom>
            <a:avLst/>
            <a:gdLst/>
            <a:ahLst/>
            <a:cxnLst/>
            <a:rect r="r" b="b" t="t" l="l"/>
            <a:pathLst>
              <a:path h="3134820" w="7815701">
                <a:moveTo>
                  <a:pt x="0" y="0"/>
                </a:moveTo>
                <a:lnTo>
                  <a:pt x="7815701" y="0"/>
                </a:lnTo>
                <a:lnTo>
                  <a:pt x="7815701" y="3134820"/>
                </a:lnTo>
                <a:lnTo>
                  <a:pt x="0" y="31348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5178" y="1265814"/>
            <a:ext cx="3946941" cy="84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Factibilidad</a:t>
            </a:r>
          </a:p>
          <a:p>
            <a:pPr algn="l">
              <a:lnSpc>
                <a:spcPts val="2178"/>
              </a:lnSpc>
            </a:pPr>
            <a:r>
              <a:rPr lang="en-US" sz="11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Vimos factibilidad de realizar WeDo por los siguientes motivos: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80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902763"/>
            <a:ext cx="9048276" cy="317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 desarrollo del producto utilizando una metodología ágil.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Mantener los tiempos de desarrollo acorde a lo estimado.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conocimientos previos del equipo en el desarrollo de ecommerce dentro de la industria. 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Simplificación de las funcionalidades complejas para abarcar una mayor gama de usuarios y reducir los tiempo de producción.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Realizar testing de los módulos creados a medida de que estos se van realizando.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Daily meetings para asegurar que los objetivos del día dentro del desarrollo sean concordan tes con lo que los integrantes del equipo realizan.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Trabajar acorde a la carta gantt para entregar el proyecto en la fecha estipulada.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1732" r="0" b="-86416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50609" y="861662"/>
            <a:ext cx="4128652" cy="4128652"/>
          </a:xfrm>
          <a:custGeom>
            <a:avLst/>
            <a:gdLst/>
            <a:ahLst/>
            <a:cxnLst/>
            <a:rect r="r" b="b" t="t" l="l"/>
            <a:pathLst>
              <a:path h="4128652" w="4128652">
                <a:moveTo>
                  <a:pt x="0" y="0"/>
                </a:moveTo>
                <a:lnTo>
                  <a:pt x="4128652" y="0"/>
                </a:lnTo>
                <a:lnTo>
                  <a:pt x="4128652" y="4128652"/>
                </a:lnTo>
                <a:lnTo>
                  <a:pt x="0" y="4128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6569" y="1226613"/>
            <a:ext cx="4135431" cy="43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3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Cuales son los objetivos de WeDo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2903" y="1880760"/>
            <a:ext cx="4436259" cy="291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9"/>
              </a:lnSpc>
            </a:pPr>
            <a:r>
              <a:rPr lang="en-US" sz="15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WeDo permite a los usuarios adjuntar planos o diseños y publicarlos en su plataforma de comercio electrónico, facilitando a las empresas registradas la realización de cotizaciones. Además, supervisa el proceso de construcción para garantizar la calidad del servicio brindado por los afiliados.</a:t>
            </a:r>
          </a:p>
          <a:p>
            <a:pPr algn="l">
              <a:lnSpc>
                <a:spcPts val="1769"/>
              </a:lnSpc>
            </a:pPr>
            <a:r>
              <a:rPr lang="en-US" sz="153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 plataforma otorga a los usuarios pleno control y capacidad de decisión sobre sus proyectos, promoviendo acuerdos mutuos entre las partes involucradas. También ofrece herramientas para gestionar y optimizar el flujo de contenido en el sistema, asegurando el uso eficiente de la información.</a:t>
            </a:r>
          </a:p>
          <a:p>
            <a:pPr algn="l">
              <a:lnSpc>
                <a:spcPts val="176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629" y="3804275"/>
            <a:ext cx="4171950" cy="1095375"/>
          </a:xfrm>
          <a:custGeom>
            <a:avLst/>
            <a:gdLst/>
            <a:ahLst/>
            <a:cxnLst/>
            <a:rect r="r" b="b" t="t" l="l"/>
            <a:pathLst>
              <a:path h="1095375" w="4171950">
                <a:moveTo>
                  <a:pt x="0" y="0"/>
                </a:moveTo>
                <a:lnTo>
                  <a:pt x="4171950" y="0"/>
                </a:lnTo>
                <a:lnTo>
                  <a:pt x="41719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9270997" cy="1549479"/>
          </a:xfrm>
          <a:custGeom>
            <a:avLst/>
            <a:gdLst/>
            <a:ahLst/>
            <a:cxnLst/>
            <a:rect r="r" b="b" t="t" l="l"/>
            <a:pathLst>
              <a:path h="1549479" w="9270997">
                <a:moveTo>
                  <a:pt x="0" y="0"/>
                </a:moveTo>
                <a:lnTo>
                  <a:pt x="9270997" y="0"/>
                </a:lnTo>
                <a:lnTo>
                  <a:pt x="9270997" y="1549479"/>
                </a:lnTo>
                <a:lnTo>
                  <a:pt x="0" y="1549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0629" y="3804275"/>
            <a:ext cx="4171950" cy="1095375"/>
          </a:xfrm>
          <a:custGeom>
            <a:avLst/>
            <a:gdLst/>
            <a:ahLst/>
            <a:cxnLst/>
            <a:rect r="r" b="b" t="t" l="l"/>
            <a:pathLst>
              <a:path h="1095375" w="4171950">
                <a:moveTo>
                  <a:pt x="0" y="0"/>
                </a:moveTo>
                <a:lnTo>
                  <a:pt x="4171950" y="0"/>
                </a:lnTo>
                <a:lnTo>
                  <a:pt x="417195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22199" y="3161728"/>
            <a:ext cx="3821801" cy="1981772"/>
          </a:xfrm>
          <a:custGeom>
            <a:avLst/>
            <a:gdLst/>
            <a:ahLst/>
            <a:cxnLst/>
            <a:rect r="r" b="b" t="t" l="l"/>
            <a:pathLst>
              <a:path h="1981772" w="3821801">
                <a:moveTo>
                  <a:pt x="0" y="0"/>
                </a:moveTo>
                <a:lnTo>
                  <a:pt x="3821801" y="0"/>
                </a:lnTo>
                <a:lnTo>
                  <a:pt x="3821801" y="1981772"/>
                </a:lnTo>
                <a:lnTo>
                  <a:pt x="0" y="19817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22199" y="3161728"/>
            <a:ext cx="3821801" cy="1981772"/>
          </a:xfrm>
          <a:custGeom>
            <a:avLst/>
            <a:gdLst/>
            <a:ahLst/>
            <a:cxnLst/>
            <a:rect r="r" b="b" t="t" l="l"/>
            <a:pathLst>
              <a:path h="1981772" w="3821801">
                <a:moveTo>
                  <a:pt x="0" y="0"/>
                </a:moveTo>
                <a:lnTo>
                  <a:pt x="3821801" y="0"/>
                </a:lnTo>
                <a:lnTo>
                  <a:pt x="3821801" y="1981772"/>
                </a:lnTo>
                <a:lnTo>
                  <a:pt x="0" y="1981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267" b="-3019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767" y="1413415"/>
            <a:ext cx="6327629" cy="2031025"/>
          </a:xfrm>
          <a:custGeom>
            <a:avLst/>
            <a:gdLst/>
            <a:ahLst/>
            <a:cxnLst/>
            <a:rect r="r" b="b" t="t" l="l"/>
            <a:pathLst>
              <a:path h="2031025" w="6327629">
                <a:moveTo>
                  <a:pt x="0" y="0"/>
                </a:moveTo>
                <a:lnTo>
                  <a:pt x="6327629" y="0"/>
                </a:lnTo>
                <a:lnTo>
                  <a:pt x="6327629" y="2031025"/>
                </a:lnTo>
                <a:lnTo>
                  <a:pt x="0" y="2031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19537" y="1654054"/>
            <a:ext cx="1532973" cy="1532973"/>
          </a:xfrm>
          <a:custGeom>
            <a:avLst/>
            <a:gdLst/>
            <a:ahLst/>
            <a:cxnLst/>
            <a:rect r="r" b="b" t="t" l="l"/>
            <a:pathLst>
              <a:path h="1532973" w="1532973">
                <a:moveTo>
                  <a:pt x="0" y="0"/>
                </a:moveTo>
                <a:lnTo>
                  <a:pt x="1532973" y="0"/>
                </a:lnTo>
                <a:lnTo>
                  <a:pt x="1532973" y="1532973"/>
                </a:lnTo>
                <a:lnTo>
                  <a:pt x="0" y="15329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1153" y="1627108"/>
            <a:ext cx="2393280" cy="1586846"/>
          </a:xfrm>
          <a:custGeom>
            <a:avLst/>
            <a:gdLst/>
            <a:ahLst/>
            <a:cxnLst/>
            <a:rect r="r" b="b" t="t" l="l"/>
            <a:pathLst>
              <a:path h="1586846" w="2393280">
                <a:moveTo>
                  <a:pt x="0" y="0"/>
                </a:moveTo>
                <a:lnTo>
                  <a:pt x="2393280" y="0"/>
                </a:lnTo>
                <a:lnTo>
                  <a:pt x="2393280" y="1586846"/>
                </a:lnTo>
                <a:lnTo>
                  <a:pt x="0" y="15868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19537" y="1654054"/>
            <a:ext cx="1532973" cy="1532973"/>
          </a:xfrm>
          <a:custGeom>
            <a:avLst/>
            <a:gdLst/>
            <a:ahLst/>
            <a:cxnLst/>
            <a:rect r="r" b="b" t="t" l="l"/>
            <a:pathLst>
              <a:path h="1532973" w="1532973">
                <a:moveTo>
                  <a:pt x="0" y="0"/>
                </a:moveTo>
                <a:lnTo>
                  <a:pt x="1532973" y="0"/>
                </a:lnTo>
                <a:lnTo>
                  <a:pt x="1532973" y="1532973"/>
                </a:lnTo>
                <a:lnTo>
                  <a:pt x="0" y="153297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63866" y="1549460"/>
            <a:ext cx="3216278" cy="1742151"/>
          </a:xfrm>
          <a:custGeom>
            <a:avLst/>
            <a:gdLst/>
            <a:ahLst/>
            <a:cxnLst/>
            <a:rect r="r" b="b" t="t" l="l"/>
            <a:pathLst>
              <a:path h="1742151" w="3216278">
                <a:moveTo>
                  <a:pt x="0" y="0"/>
                </a:moveTo>
                <a:lnTo>
                  <a:pt x="3216278" y="0"/>
                </a:lnTo>
                <a:lnTo>
                  <a:pt x="3216278" y="1742151"/>
                </a:lnTo>
                <a:lnTo>
                  <a:pt x="0" y="17421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963866" y="1549460"/>
            <a:ext cx="3216278" cy="1742151"/>
          </a:xfrm>
          <a:custGeom>
            <a:avLst/>
            <a:gdLst/>
            <a:ahLst/>
            <a:cxnLst/>
            <a:rect r="r" b="b" t="t" l="l"/>
            <a:pathLst>
              <a:path h="1742151" w="3216278">
                <a:moveTo>
                  <a:pt x="0" y="0"/>
                </a:moveTo>
                <a:lnTo>
                  <a:pt x="3216278" y="0"/>
                </a:lnTo>
                <a:lnTo>
                  <a:pt x="3216278" y="1742151"/>
                </a:lnTo>
                <a:lnTo>
                  <a:pt x="0" y="174215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13378" y="495833"/>
            <a:ext cx="3340227" cy="431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3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Competencias del mercado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9270997" cy="5270497"/>
          </a:xfrm>
          <a:custGeom>
            <a:avLst/>
            <a:gdLst/>
            <a:ahLst/>
            <a:cxnLst/>
            <a:rect r="r" b="b" t="t" l="l"/>
            <a:pathLst>
              <a:path h="5270497" w="9270997">
                <a:moveTo>
                  <a:pt x="0" y="0"/>
                </a:moveTo>
                <a:lnTo>
                  <a:pt x="9270997" y="0"/>
                </a:lnTo>
                <a:lnTo>
                  <a:pt x="9270997" y="5270497"/>
                </a:lnTo>
                <a:lnTo>
                  <a:pt x="0" y="527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0" y="589293"/>
            <a:ext cx="9142200" cy="4554207"/>
          </a:xfrm>
          <a:custGeom>
            <a:avLst/>
            <a:gdLst/>
            <a:ahLst/>
            <a:cxnLst/>
            <a:rect r="r" b="b" t="t" l="l"/>
            <a:pathLst>
              <a:path h="4554207" w="9142200">
                <a:moveTo>
                  <a:pt x="0" y="0"/>
                </a:moveTo>
                <a:lnTo>
                  <a:pt x="9142200" y="0"/>
                </a:lnTo>
                <a:lnTo>
                  <a:pt x="9142200" y="4554207"/>
                </a:lnTo>
                <a:lnTo>
                  <a:pt x="0" y="4554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643" y="753140"/>
            <a:ext cx="2868158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Historias de usuario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9270997" cy="2361105"/>
          </a:xfrm>
          <a:custGeom>
            <a:avLst/>
            <a:gdLst/>
            <a:ahLst/>
            <a:cxnLst/>
            <a:rect r="r" b="b" t="t" l="l"/>
            <a:pathLst>
              <a:path h="2361105" w="9270997">
                <a:moveTo>
                  <a:pt x="0" y="0"/>
                </a:moveTo>
                <a:lnTo>
                  <a:pt x="9270997" y="0"/>
                </a:lnTo>
                <a:lnTo>
                  <a:pt x="9270997" y="2361104"/>
                </a:lnTo>
                <a:lnTo>
                  <a:pt x="0" y="23611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508247"/>
            <a:ext cx="9144000" cy="2069697"/>
          </a:xfrm>
          <a:custGeom>
            <a:avLst/>
            <a:gdLst/>
            <a:ahLst/>
            <a:cxnLst/>
            <a:rect r="r" b="b" t="t" l="l"/>
            <a:pathLst>
              <a:path h="2069697" w="9144000">
                <a:moveTo>
                  <a:pt x="0" y="0"/>
                </a:moveTo>
                <a:lnTo>
                  <a:pt x="9144000" y="0"/>
                </a:lnTo>
                <a:lnTo>
                  <a:pt x="9144000" y="2069697"/>
                </a:lnTo>
                <a:lnTo>
                  <a:pt x="0" y="2069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" y="705471"/>
            <a:ext cx="9144000" cy="2084165"/>
          </a:xfrm>
          <a:custGeom>
            <a:avLst/>
            <a:gdLst/>
            <a:ahLst/>
            <a:cxnLst/>
            <a:rect r="r" b="b" t="t" l="l"/>
            <a:pathLst>
              <a:path h="2084165" w="9144000">
                <a:moveTo>
                  <a:pt x="0" y="0"/>
                </a:moveTo>
                <a:lnTo>
                  <a:pt x="9144000" y="0"/>
                </a:lnTo>
                <a:lnTo>
                  <a:pt x="9144000" y="2084165"/>
                </a:lnTo>
                <a:lnTo>
                  <a:pt x="0" y="20841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3007303"/>
            <a:ext cx="9144000" cy="2069697"/>
          </a:xfrm>
          <a:custGeom>
            <a:avLst/>
            <a:gdLst/>
            <a:ahLst/>
            <a:cxnLst/>
            <a:rect r="r" b="b" t="t" l="l"/>
            <a:pathLst>
              <a:path h="2069697" w="9144000">
                <a:moveTo>
                  <a:pt x="0" y="0"/>
                </a:moveTo>
                <a:lnTo>
                  <a:pt x="9144000" y="0"/>
                </a:lnTo>
                <a:lnTo>
                  <a:pt x="9144000" y="2069697"/>
                </a:lnTo>
                <a:lnTo>
                  <a:pt x="0" y="20696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400" y="1909229"/>
            <a:ext cx="8839200" cy="2069697"/>
          </a:xfrm>
          <a:custGeom>
            <a:avLst/>
            <a:gdLst/>
            <a:ahLst/>
            <a:cxnLst/>
            <a:rect r="r" b="b" t="t" l="l"/>
            <a:pathLst>
              <a:path h="2069697" w="8839200">
                <a:moveTo>
                  <a:pt x="0" y="0"/>
                </a:moveTo>
                <a:lnTo>
                  <a:pt x="8839200" y="0"/>
                </a:lnTo>
                <a:lnTo>
                  <a:pt x="8839200" y="2069697"/>
                </a:lnTo>
                <a:lnTo>
                  <a:pt x="0" y="2069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873545"/>
            <a:ext cx="8991600" cy="2105381"/>
          </a:xfrm>
          <a:custGeom>
            <a:avLst/>
            <a:gdLst/>
            <a:ahLst/>
            <a:cxnLst/>
            <a:rect r="r" b="b" t="t" l="l"/>
            <a:pathLst>
              <a:path h="2105381" w="8991600">
                <a:moveTo>
                  <a:pt x="0" y="0"/>
                </a:moveTo>
                <a:lnTo>
                  <a:pt x="8991600" y="0"/>
                </a:lnTo>
                <a:lnTo>
                  <a:pt x="8991600" y="2105381"/>
                </a:lnTo>
                <a:lnTo>
                  <a:pt x="0" y="21053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950" y="1127760"/>
            <a:ext cx="8181423" cy="3975192"/>
          </a:xfrm>
          <a:custGeom>
            <a:avLst/>
            <a:gdLst/>
            <a:ahLst/>
            <a:cxnLst/>
            <a:rect r="r" b="b" t="t" l="l"/>
            <a:pathLst>
              <a:path h="3975192" w="8181423">
                <a:moveTo>
                  <a:pt x="0" y="0"/>
                </a:moveTo>
                <a:lnTo>
                  <a:pt x="8181422" y="0"/>
                </a:lnTo>
                <a:lnTo>
                  <a:pt x="8181422" y="3975192"/>
                </a:lnTo>
                <a:lnTo>
                  <a:pt x="0" y="39751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38492" y="1813303"/>
            <a:ext cx="6208880" cy="3289649"/>
          </a:xfrm>
          <a:custGeom>
            <a:avLst/>
            <a:gdLst/>
            <a:ahLst/>
            <a:cxnLst/>
            <a:rect r="r" b="b" t="t" l="l"/>
            <a:pathLst>
              <a:path h="3289649" w="6208880">
                <a:moveTo>
                  <a:pt x="0" y="0"/>
                </a:moveTo>
                <a:lnTo>
                  <a:pt x="6208880" y="0"/>
                </a:lnTo>
                <a:lnTo>
                  <a:pt x="6208880" y="3289649"/>
                </a:lnTo>
                <a:lnTo>
                  <a:pt x="0" y="3289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5178" y="1348788"/>
            <a:ext cx="2305260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Requerimientos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5178" y="2772623"/>
            <a:ext cx="1399080" cy="1101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No funcionales : 29 Funcionales : 33 Total: 62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950" y="1085174"/>
            <a:ext cx="8150095" cy="3605127"/>
          </a:xfrm>
          <a:custGeom>
            <a:avLst/>
            <a:gdLst/>
            <a:ahLst/>
            <a:cxnLst/>
            <a:rect r="r" b="b" t="t" l="l"/>
            <a:pathLst>
              <a:path h="3605127" w="8150095">
                <a:moveTo>
                  <a:pt x="0" y="0"/>
                </a:moveTo>
                <a:lnTo>
                  <a:pt x="8150095" y="0"/>
                </a:lnTo>
                <a:lnTo>
                  <a:pt x="8150095" y="3605126"/>
                </a:lnTo>
                <a:lnTo>
                  <a:pt x="0" y="3605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77070" y="1021374"/>
            <a:ext cx="5738974" cy="3732725"/>
          </a:xfrm>
          <a:custGeom>
            <a:avLst/>
            <a:gdLst/>
            <a:ahLst/>
            <a:cxnLst/>
            <a:rect r="r" b="b" t="t" l="l"/>
            <a:pathLst>
              <a:path h="3732725" w="5738974">
                <a:moveTo>
                  <a:pt x="0" y="0"/>
                </a:moveTo>
                <a:lnTo>
                  <a:pt x="5738975" y="0"/>
                </a:lnTo>
                <a:lnTo>
                  <a:pt x="5738975" y="3732726"/>
                </a:lnTo>
                <a:lnTo>
                  <a:pt x="0" y="37327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5178" y="1348788"/>
            <a:ext cx="1671123" cy="2528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Carta Gantt</a:t>
            </a:r>
          </a:p>
          <a:p>
            <a:pPr algn="l">
              <a:lnSpc>
                <a:spcPts val="2993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Inicio de actividades: 05/07/2024 Cierre de actividades: 31/10/2024 </a:t>
            </a:r>
            <a:r>
              <a:rPr lang="en-US" sz="1300">
                <a:solidFill>
                  <a:srgbClr val="1C3678"/>
                </a:solidFill>
                <a:latin typeface="Lato"/>
                <a:ea typeface="Lato"/>
                <a:cs typeface="Lato"/>
                <a:sym typeface="Lato"/>
                <a:hlinkClick r:id="rId7" tooltip="https://docs.google.com/spreadsheets/d/1p4vBjsG2iJMpsjR6_QNaNDWG2iDUJc7o/edit?usp=drive_link&amp;ouid=111522182064474972101&amp;rtpof=true&amp;sd=true"/>
              </a:rPr>
              <a:t>EXCEL CARTA GANTT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950" y="1127760"/>
            <a:ext cx="7815701" cy="789594"/>
          </a:xfrm>
          <a:custGeom>
            <a:avLst/>
            <a:gdLst/>
            <a:ahLst/>
            <a:cxnLst/>
            <a:rect r="r" b="b" t="t" l="l"/>
            <a:pathLst>
              <a:path h="789594" w="7815701">
                <a:moveTo>
                  <a:pt x="0" y="0"/>
                </a:moveTo>
                <a:lnTo>
                  <a:pt x="7815701" y="0"/>
                </a:lnTo>
                <a:lnTo>
                  <a:pt x="7815701" y="789594"/>
                </a:lnTo>
                <a:lnTo>
                  <a:pt x="0" y="789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7701" y="2035712"/>
            <a:ext cx="1501073" cy="1501073"/>
          </a:xfrm>
          <a:custGeom>
            <a:avLst/>
            <a:gdLst/>
            <a:ahLst/>
            <a:cxnLst/>
            <a:rect r="r" b="b" t="t" l="l"/>
            <a:pathLst>
              <a:path h="1501073" w="1501073">
                <a:moveTo>
                  <a:pt x="0" y="0"/>
                </a:moveTo>
                <a:lnTo>
                  <a:pt x="1501073" y="0"/>
                </a:lnTo>
                <a:lnTo>
                  <a:pt x="1501073" y="1501073"/>
                </a:lnTo>
                <a:lnTo>
                  <a:pt x="0" y="15010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43710" y="2035712"/>
            <a:ext cx="2117798" cy="1501073"/>
          </a:xfrm>
          <a:custGeom>
            <a:avLst/>
            <a:gdLst/>
            <a:ahLst/>
            <a:cxnLst/>
            <a:rect r="r" b="b" t="t" l="l"/>
            <a:pathLst>
              <a:path h="1501073" w="2117798">
                <a:moveTo>
                  <a:pt x="0" y="0"/>
                </a:moveTo>
                <a:lnTo>
                  <a:pt x="2117798" y="0"/>
                </a:lnTo>
                <a:lnTo>
                  <a:pt x="2117798" y="1501073"/>
                </a:lnTo>
                <a:lnTo>
                  <a:pt x="0" y="15010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97701" y="2035712"/>
            <a:ext cx="1501073" cy="1501073"/>
          </a:xfrm>
          <a:custGeom>
            <a:avLst/>
            <a:gdLst/>
            <a:ahLst/>
            <a:cxnLst/>
            <a:rect r="r" b="b" t="t" l="l"/>
            <a:pathLst>
              <a:path h="1501073" w="1501073">
                <a:moveTo>
                  <a:pt x="0" y="0"/>
                </a:moveTo>
                <a:lnTo>
                  <a:pt x="1501073" y="0"/>
                </a:lnTo>
                <a:lnTo>
                  <a:pt x="1501073" y="1501073"/>
                </a:lnTo>
                <a:lnTo>
                  <a:pt x="0" y="1501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43710" y="2035712"/>
            <a:ext cx="2117798" cy="1501073"/>
          </a:xfrm>
          <a:custGeom>
            <a:avLst/>
            <a:gdLst/>
            <a:ahLst/>
            <a:cxnLst/>
            <a:rect r="r" b="b" t="t" l="l"/>
            <a:pathLst>
              <a:path h="1501073" w="2117798">
                <a:moveTo>
                  <a:pt x="0" y="0"/>
                </a:moveTo>
                <a:lnTo>
                  <a:pt x="2117798" y="0"/>
                </a:lnTo>
                <a:lnTo>
                  <a:pt x="2117798" y="1501073"/>
                </a:lnTo>
                <a:lnTo>
                  <a:pt x="0" y="15010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783971" y="2135124"/>
            <a:ext cx="1632928" cy="1302248"/>
          </a:xfrm>
          <a:custGeom>
            <a:avLst/>
            <a:gdLst/>
            <a:ahLst/>
            <a:cxnLst/>
            <a:rect r="r" b="b" t="t" l="l"/>
            <a:pathLst>
              <a:path h="1302248" w="1632928">
                <a:moveTo>
                  <a:pt x="0" y="0"/>
                </a:moveTo>
                <a:lnTo>
                  <a:pt x="1632927" y="0"/>
                </a:lnTo>
                <a:lnTo>
                  <a:pt x="1632927" y="1302248"/>
                </a:lnTo>
                <a:lnTo>
                  <a:pt x="0" y="130224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83971" y="2135124"/>
            <a:ext cx="1632928" cy="1302248"/>
          </a:xfrm>
          <a:custGeom>
            <a:avLst/>
            <a:gdLst/>
            <a:ahLst/>
            <a:cxnLst/>
            <a:rect r="r" b="b" t="t" l="l"/>
            <a:pathLst>
              <a:path h="1302248" w="1632928">
                <a:moveTo>
                  <a:pt x="0" y="0"/>
                </a:moveTo>
                <a:lnTo>
                  <a:pt x="1632927" y="0"/>
                </a:lnTo>
                <a:lnTo>
                  <a:pt x="1632927" y="1302248"/>
                </a:lnTo>
                <a:lnTo>
                  <a:pt x="0" y="130224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86450" y="2035712"/>
            <a:ext cx="1501073" cy="1501073"/>
          </a:xfrm>
          <a:custGeom>
            <a:avLst/>
            <a:gdLst/>
            <a:ahLst/>
            <a:cxnLst/>
            <a:rect r="r" b="b" t="t" l="l"/>
            <a:pathLst>
              <a:path h="1501073" w="1501073">
                <a:moveTo>
                  <a:pt x="0" y="0"/>
                </a:moveTo>
                <a:lnTo>
                  <a:pt x="1501073" y="0"/>
                </a:lnTo>
                <a:lnTo>
                  <a:pt x="1501073" y="1501073"/>
                </a:lnTo>
                <a:lnTo>
                  <a:pt x="0" y="15010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808" y="1972227"/>
            <a:ext cx="1555899" cy="2264997"/>
          </a:xfrm>
          <a:custGeom>
            <a:avLst/>
            <a:gdLst/>
            <a:ahLst/>
            <a:cxnLst/>
            <a:rect r="r" b="b" t="t" l="l"/>
            <a:pathLst>
              <a:path h="2264997" w="1555899">
                <a:moveTo>
                  <a:pt x="0" y="0"/>
                </a:moveTo>
                <a:lnTo>
                  <a:pt x="1555900" y="0"/>
                </a:lnTo>
                <a:lnTo>
                  <a:pt x="1555900" y="2264998"/>
                </a:lnTo>
                <a:lnTo>
                  <a:pt x="0" y="22649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33791" y="3580924"/>
            <a:ext cx="1428902" cy="592798"/>
          </a:xfrm>
          <a:custGeom>
            <a:avLst/>
            <a:gdLst/>
            <a:ahLst/>
            <a:cxnLst/>
            <a:rect r="r" b="b" t="t" l="l"/>
            <a:pathLst>
              <a:path h="592798" w="1428902">
                <a:moveTo>
                  <a:pt x="0" y="0"/>
                </a:moveTo>
                <a:lnTo>
                  <a:pt x="1428902" y="0"/>
                </a:lnTo>
                <a:lnTo>
                  <a:pt x="1428902" y="592798"/>
                </a:lnTo>
                <a:lnTo>
                  <a:pt x="0" y="5927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88162" y="3580924"/>
            <a:ext cx="1428902" cy="592798"/>
          </a:xfrm>
          <a:custGeom>
            <a:avLst/>
            <a:gdLst/>
            <a:ahLst/>
            <a:cxnLst/>
            <a:rect r="r" b="b" t="t" l="l"/>
            <a:pathLst>
              <a:path h="592798" w="1428902">
                <a:moveTo>
                  <a:pt x="0" y="0"/>
                </a:moveTo>
                <a:lnTo>
                  <a:pt x="1428903" y="0"/>
                </a:lnTo>
                <a:lnTo>
                  <a:pt x="1428903" y="592798"/>
                </a:lnTo>
                <a:lnTo>
                  <a:pt x="0" y="59279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21423" y="3517421"/>
            <a:ext cx="3087872" cy="719804"/>
          </a:xfrm>
          <a:custGeom>
            <a:avLst/>
            <a:gdLst/>
            <a:ahLst/>
            <a:cxnLst/>
            <a:rect r="r" b="b" t="t" l="l"/>
            <a:pathLst>
              <a:path h="719804" w="3087872">
                <a:moveTo>
                  <a:pt x="0" y="0"/>
                </a:moveTo>
                <a:lnTo>
                  <a:pt x="3087871" y="0"/>
                </a:lnTo>
                <a:lnTo>
                  <a:pt x="3087871" y="719804"/>
                </a:lnTo>
                <a:lnTo>
                  <a:pt x="0" y="71980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86450" y="2035712"/>
            <a:ext cx="1501073" cy="1501073"/>
          </a:xfrm>
          <a:custGeom>
            <a:avLst/>
            <a:gdLst/>
            <a:ahLst/>
            <a:cxnLst/>
            <a:rect r="r" b="b" t="t" l="l"/>
            <a:pathLst>
              <a:path h="1501073" w="1501073">
                <a:moveTo>
                  <a:pt x="0" y="0"/>
                </a:moveTo>
                <a:lnTo>
                  <a:pt x="1501073" y="0"/>
                </a:lnTo>
                <a:lnTo>
                  <a:pt x="1501073" y="1501073"/>
                </a:lnTo>
                <a:lnTo>
                  <a:pt x="0" y="150107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1321" y="2035721"/>
            <a:ext cx="1421425" cy="1421425"/>
          </a:xfrm>
          <a:custGeom>
            <a:avLst/>
            <a:gdLst/>
            <a:ahLst/>
            <a:cxnLst/>
            <a:rect r="r" b="b" t="t" l="l"/>
            <a:pathLst>
              <a:path h="1421425" w="1421425">
                <a:moveTo>
                  <a:pt x="0" y="0"/>
                </a:moveTo>
                <a:lnTo>
                  <a:pt x="1421425" y="0"/>
                </a:lnTo>
                <a:lnTo>
                  <a:pt x="1421425" y="1421425"/>
                </a:lnTo>
                <a:lnTo>
                  <a:pt x="0" y="14214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272380" y="1348788"/>
            <a:ext cx="2655970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Stack Tecnológico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1708" y="3618976"/>
            <a:ext cx="579644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Hosting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78047" y="3618976"/>
            <a:ext cx="551345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MySQL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23080" y="3618976"/>
            <a:ext cx="774478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Express JS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37751" y="3618976"/>
            <a:ext cx="738102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Bootstrap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3324" y="3618976"/>
            <a:ext cx="567347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NodeJS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9453" y="2078879"/>
            <a:ext cx="7688704" cy="2261102"/>
          </a:xfrm>
          <a:custGeom>
            <a:avLst/>
            <a:gdLst/>
            <a:ahLst/>
            <a:cxnLst/>
            <a:rect r="r" b="b" t="t" l="l"/>
            <a:pathLst>
              <a:path h="2261102" w="7688704">
                <a:moveTo>
                  <a:pt x="0" y="0"/>
                </a:moveTo>
                <a:lnTo>
                  <a:pt x="7688704" y="0"/>
                </a:lnTo>
                <a:lnTo>
                  <a:pt x="7688704" y="2261102"/>
                </a:lnTo>
                <a:lnTo>
                  <a:pt x="0" y="2261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950" y="1127760"/>
            <a:ext cx="7815701" cy="789594"/>
          </a:xfrm>
          <a:custGeom>
            <a:avLst/>
            <a:gdLst/>
            <a:ahLst/>
            <a:cxnLst/>
            <a:rect r="r" b="b" t="t" l="l"/>
            <a:pathLst>
              <a:path h="789594" w="7815701">
                <a:moveTo>
                  <a:pt x="0" y="0"/>
                </a:moveTo>
                <a:lnTo>
                  <a:pt x="7815701" y="0"/>
                </a:lnTo>
                <a:lnTo>
                  <a:pt x="7815701" y="789594"/>
                </a:lnTo>
                <a:lnTo>
                  <a:pt x="0" y="789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5178" y="1348788"/>
            <a:ext cx="2397100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Funcionalidades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7321" y="2147097"/>
            <a:ext cx="307627" cy="252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1. 2. 3. 4. 5. 6. 7. 8. 9. 10. 11.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4089" y="2108997"/>
            <a:ext cx="3494008" cy="256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Middleware de Autenticación de sesion (Sesion) Registrarse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Iniciar sesión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Distinguir entre sesiones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Realizar publicaciones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Ver publicaciones en detalle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Realizar Cotizaciones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Crear avances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Aceptar Avances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Veriﬁcar avances </a:t>
            </a:r>
          </a:p>
          <a:p>
            <a:pPr algn="l">
              <a:lnSpc>
                <a:spcPts val="1823"/>
              </a:lnSpc>
            </a:pPr>
            <a:r>
              <a:rPr lang="en-US" sz="159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Conﬁrmar Trabajo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805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9270997" cy="4965697"/>
          </a:xfrm>
          <a:custGeom>
            <a:avLst/>
            <a:gdLst/>
            <a:ahLst/>
            <a:cxnLst/>
            <a:rect r="r" b="b" t="t" l="l"/>
            <a:pathLst>
              <a:path h="4965697" w="9270997">
                <a:moveTo>
                  <a:pt x="0" y="0"/>
                </a:moveTo>
                <a:lnTo>
                  <a:pt x="9270997" y="0"/>
                </a:lnTo>
                <a:lnTo>
                  <a:pt x="9270997" y="4965697"/>
                </a:lnTo>
                <a:lnTo>
                  <a:pt x="0" y="4965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3592" y="1030367"/>
            <a:ext cx="5257362" cy="3810352"/>
          </a:xfrm>
          <a:custGeom>
            <a:avLst/>
            <a:gdLst/>
            <a:ahLst/>
            <a:cxnLst/>
            <a:rect r="r" b="b" t="t" l="l"/>
            <a:pathLst>
              <a:path h="3810352" w="5257362">
                <a:moveTo>
                  <a:pt x="0" y="0"/>
                </a:moveTo>
                <a:lnTo>
                  <a:pt x="5257362" y="0"/>
                </a:lnTo>
                <a:lnTo>
                  <a:pt x="5257362" y="3810352"/>
                </a:lnTo>
                <a:lnTo>
                  <a:pt x="0" y="3810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3378" y="523284"/>
            <a:ext cx="3719932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Funcionalidades actuales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52400" y="1677876"/>
            <a:ext cx="8839200" cy="2264350"/>
            <a:chOff x="0" y="0"/>
            <a:chExt cx="8839200" cy="22643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39200" cy="2264410"/>
            </a:xfrm>
            <a:custGeom>
              <a:avLst/>
              <a:gdLst/>
              <a:ahLst/>
              <a:cxnLst/>
              <a:rect r="r" b="b" t="t" l="l"/>
              <a:pathLst>
                <a:path h="226441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2264410"/>
                  </a:lnTo>
                  <a:lnTo>
                    <a:pt x="0" y="22644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63503" y="-63503"/>
            <a:ext cx="9270997" cy="1155354"/>
          </a:xfrm>
          <a:custGeom>
            <a:avLst/>
            <a:gdLst/>
            <a:ahLst/>
            <a:cxnLst/>
            <a:rect r="r" b="b" t="t" l="l"/>
            <a:pathLst>
              <a:path h="1155354" w="9270997">
                <a:moveTo>
                  <a:pt x="0" y="0"/>
                </a:moveTo>
                <a:lnTo>
                  <a:pt x="9270997" y="0"/>
                </a:lnTo>
                <a:lnTo>
                  <a:pt x="9270997" y="1155354"/>
                </a:lnTo>
                <a:lnTo>
                  <a:pt x="0" y="1155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400" y="1677876"/>
            <a:ext cx="8839200" cy="2264350"/>
          </a:xfrm>
          <a:custGeom>
            <a:avLst/>
            <a:gdLst/>
            <a:ahLst/>
            <a:cxnLst/>
            <a:rect r="r" b="b" t="t" l="l"/>
            <a:pathLst>
              <a:path h="2264350" w="8839200">
                <a:moveTo>
                  <a:pt x="0" y="0"/>
                </a:moveTo>
                <a:lnTo>
                  <a:pt x="8839200" y="0"/>
                </a:lnTo>
                <a:lnTo>
                  <a:pt x="8839200" y="2264350"/>
                </a:lnTo>
                <a:lnTo>
                  <a:pt x="0" y="22643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649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372" y="1343177"/>
            <a:ext cx="8985247" cy="2672077"/>
          </a:xfrm>
          <a:custGeom>
            <a:avLst/>
            <a:gdLst/>
            <a:ahLst/>
            <a:cxnLst/>
            <a:rect r="r" b="b" t="t" l="l"/>
            <a:pathLst>
              <a:path h="2672077" w="8985247">
                <a:moveTo>
                  <a:pt x="0" y="0"/>
                </a:moveTo>
                <a:lnTo>
                  <a:pt x="8985247" y="0"/>
                </a:lnTo>
                <a:lnTo>
                  <a:pt x="8985247" y="2672077"/>
                </a:lnTo>
                <a:lnTo>
                  <a:pt x="0" y="26720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41732" r="0" b="-86416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6175" y="2741977"/>
            <a:ext cx="614405" cy="536836"/>
          </a:xfrm>
          <a:custGeom>
            <a:avLst/>
            <a:gdLst/>
            <a:ahLst/>
            <a:cxnLst/>
            <a:rect r="r" b="b" t="t" l="l"/>
            <a:pathLst>
              <a:path h="536836" w="614405">
                <a:moveTo>
                  <a:pt x="0" y="0"/>
                </a:moveTo>
                <a:lnTo>
                  <a:pt x="614405" y="0"/>
                </a:lnTo>
                <a:lnTo>
                  <a:pt x="614405" y="536836"/>
                </a:lnTo>
                <a:lnTo>
                  <a:pt x="0" y="5368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29240" y="2622515"/>
            <a:ext cx="430445" cy="491937"/>
          </a:xfrm>
          <a:custGeom>
            <a:avLst/>
            <a:gdLst/>
            <a:ahLst/>
            <a:cxnLst/>
            <a:rect r="r" b="b" t="t" l="l"/>
            <a:pathLst>
              <a:path h="491937" w="430445">
                <a:moveTo>
                  <a:pt x="0" y="0"/>
                </a:moveTo>
                <a:lnTo>
                  <a:pt x="430445" y="0"/>
                </a:lnTo>
                <a:lnTo>
                  <a:pt x="430445" y="491937"/>
                </a:lnTo>
                <a:lnTo>
                  <a:pt x="0" y="4919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08724" y="2599068"/>
            <a:ext cx="471476" cy="538830"/>
          </a:xfrm>
          <a:custGeom>
            <a:avLst/>
            <a:gdLst/>
            <a:ahLst/>
            <a:cxnLst/>
            <a:rect r="r" b="b" t="t" l="l"/>
            <a:pathLst>
              <a:path h="538830" w="471476">
                <a:moveTo>
                  <a:pt x="0" y="0"/>
                </a:moveTo>
                <a:lnTo>
                  <a:pt x="471477" y="0"/>
                </a:lnTo>
                <a:lnTo>
                  <a:pt x="471477" y="538831"/>
                </a:lnTo>
                <a:lnTo>
                  <a:pt x="0" y="53883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3378" y="523284"/>
            <a:ext cx="2829354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actual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98830" y="1444723"/>
            <a:ext cx="752923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HOSTING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37586" y="3118849"/>
            <a:ext cx="442615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Nodejs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778" y="1876577"/>
            <a:ext cx="8380724" cy="2752573"/>
          </a:xfrm>
          <a:custGeom>
            <a:avLst/>
            <a:gdLst/>
            <a:ahLst/>
            <a:cxnLst/>
            <a:rect r="r" b="b" t="t" l="l"/>
            <a:pathLst>
              <a:path h="2752573" w="8380724">
                <a:moveTo>
                  <a:pt x="0" y="0"/>
                </a:moveTo>
                <a:lnTo>
                  <a:pt x="8380723" y="0"/>
                </a:lnTo>
                <a:lnTo>
                  <a:pt x="8380723" y="2752573"/>
                </a:lnTo>
                <a:lnTo>
                  <a:pt x="0" y="2752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9270997" cy="1364085"/>
          </a:xfrm>
          <a:custGeom>
            <a:avLst/>
            <a:gdLst/>
            <a:ahLst/>
            <a:cxnLst/>
            <a:rect r="r" b="b" t="t" l="l"/>
            <a:pathLst>
              <a:path h="1364085" w="9270997">
                <a:moveTo>
                  <a:pt x="0" y="0"/>
                </a:moveTo>
                <a:lnTo>
                  <a:pt x="9270997" y="0"/>
                </a:lnTo>
                <a:lnTo>
                  <a:pt x="9270997" y="1364085"/>
                </a:lnTo>
                <a:lnTo>
                  <a:pt x="0" y="13640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1323" y="1510132"/>
            <a:ext cx="4218747" cy="2130470"/>
          </a:xfrm>
          <a:custGeom>
            <a:avLst/>
            <a:gdLst/>
            <a:ahLst/>
            <a:cxnLst/>
            <a:rect r="r" b="b" t="t" l="l"/>
            <a:pathLst>
              <a:path h="2130470" w="4218747">
                <a:moveTo>
                  <a:pt x="0" y="0"/>
                </a:moveTo>
                <a:lnTo>
                  <a:pt x="4218747" y="0"/>
                </a:lnTo>
                <a:lnTo>
                  <a:pt x="4218747" y="2130469"/>
                </a:lnTo>
                <a:lnTo>
                  <a:pt x="0" y="213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56131" y="1048217"/>
            <a:ext cx="2066114" cy="3045754"/>
          </a:xfrm>
          <a:custGeom>
            <a:avLst/>
            <a:gdLst/>
            <a:ahLst/>
            <a:cxnLst/>
            <a:rect r="r" b="b" t="t" l="l"/>
            <a:pathLst>
              <a:path h="3045754" w="2066114">
                <a:moveTo>
                  <a:pt x="0" y="0"/>
                </a:moveTo>
                <a:lnTo>
                  <a:pt x="2066114" y="0"/>
                </a:lnTo>
                <a:lnTo>
                  <a:pt x="2066114" y="3045754"/>
                </a:lnTo>
                <a:lnTo>
                  <a:pt x="0" y="30457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56131" y="1048217"/>
            <a:ext cx="2434310" cy="3518684"/>
          </a:xfrm>
          <a:custGeom>
            <a:avLst/>
            <a:gdLst/>
            <a:ahLst/>
            <a:cxnLst/>
            <a:rect r="r" b="b" t="t" l="l"/>
            <a:pathLst>
              <a:path h="3518684" w="2434310">
                <a:moveTo>
                  <a:pt x="0" y="0"/>
                </a:moveTo>
                <a:lnTo>
                  <a:pt x="2434310" y="0"/>
                </a:lnTo>
                <a:lnTo>
                  <a:pt x="2434310" y="3518683"/>
                </a:lnTo>
                <a:lnTo>
                  <a:pt x="0" y="35186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992" r="0" b="-99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3378" y="636384"/>
            <a:ext cx="2913621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Primeras evidencias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9270997" cy="3281258"/>
          </a:xfrm>
          <a:custGeom>
            <a:avLst/>
            <a:gdLst/>
            <a:ahLst/>
            <a:cxnLst/>
            <a:rect r="r" b="b" t="t" l="l"/>
            <a:pathLst>
              <a:path h="3281258" w="9270997">
                <a:moveTo>
                  <a:pt x="0" y="0"/>
                </a:moveTo>
                <a:lnTo>
                  <a:pt x="9270997" y="0"/>
                </a:lnTo>
                <a:lnTo>
                  <a:pt x="9270997" y="3281258"/>
                </a:lnTo>
                <a:lnTo>
                  <a:pt x="0" y="3281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400" y="1285999"/>
            <a:ext cx="8839200" cy="1868262"/>
          </a:xfrm>
          <a:custGeom>
            <a:avLst/>
            <a:gdLst/>
            <a:ahLst/>
            <a:cxnLst/>
            <a:rect r="r" b="b" t="t" l="l"/>
            <a:pathLst>
              <a:path h="1868262" w="8839200">
                <a:moveTo>
                  <a:pt x="0" y="0"/>
                </a:moveTo>
                <a:lnTo>
                  <a:pt x="8839200" y="0"/>
                </a:lnTo>
                <a:lnTo>
                  <a:pt x="8839200" y="1868262"/>
                </a:lnTo>
                <a:lnTo>
                  <a:pt x="0" y="1868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97449" y="2769851"/>
            <a:ext cx="4552702" cy="2283876"/>
          </a:xfrm>
          <a:custGeom>
            <a:avLst/>
            <a:gdLst/>
            <a:ahLst/>
            <a:cxnLst/>
            <a:rect r="r" b="b" t="t" l="l"/>
            <a:pathLst>
              <a:path h="2283876" w="4552702">
                <a:moveTo>
                  <a:pt x="0" y="0"/>
                </a:moveTo>
                <a:lnTo>
                  <a:pt x="4552702" y="0"/>
                </a:lnTo>
                <a:lnTo>
                  <a:pt x="4552702" y="2283876"/>
                </a:lnTo>
                <a:lnTo>
                  <a:pt x="0" y="22838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97449" y="2769851"/>
            <a:ext cx="4552702" cy="2283876"/>
          </a:xfrm>
          <a:custGeom>
            <a:avLst/>
            <a:gdLst/>
            <a:ahLst/>
            <a:cxnLst/>
            <a:rect r="r" b="b" t="t" l="l"/>
            <a:pathLst>
              <a:path h="2283876" w="4552702">
                <a:moveTo>
                  <a:pt x="0" y="0"/>
                </a:moveTo>
                <a:lnTo>
                  <a:pt x="4552702" y="0"/>
                </a:lnTo>
                <a:lnTo>
                  <a:pt x="4552702" y="2283876"/>
                </a:lnTo>
                <a:lnTo>
                  <a:pt x="0" y="22838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5178" y="628536"/>
            <a:ext cx="2913621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Primeras evidencias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9270997" cy="5270497"/>
          </a:xfrm>
          <a:custGeom>
            <a:avLst/>
            <a:gdLst/>
            <a:ahLst/>
            <a:cxnLst/>
            <a:rect r="r" b="b" t="t" l="l"/>
            <a:pathLst>
              <a:path h="5270497" w="9270997">
                <a:moveTo>
                  <a:pt x="0" y="0"/>
                </a:moveTo>
                <a:lnTo>
                  <a:pt x="9270997" y="0"/>
                </a:lnTo>
                <a:lnTo>
                  <a:pt x="9270997" y="5270497"/>
                </a:lnTo>
                <a:lnTo>
                  <a:pt x="0" y="5270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19320" y="1214171"/>
            <a:ext cx="5705361" cy="4184999"/>
          </a:xfrm>
          <a:custGeom>
            <a:avLst/>
            <a:gdLst/>
            <a:ahLst/>
            <a:cxnLst/>
            <a:rect r="r" b="b" t="t" l="l"/>
            <a:pathLst>
              <a:path h="4184999" w="5705361">
                <a:moveTo>
                  <a:pt x="0" y="0"/>
                </a:moveTo>
                <a:lnTo>
                  <a:pt x="5705360" y="0"/>
                </a:lnTo>
                <a:lnTo>
                  <a:pt x="5705360" y="4184999"/>
                </a:lnTo>
                <a:lnTo>
                  <a:pt x="0" y="41849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92900" y="802338"/>
            <a:ext cx="3958190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DIAGRAMA BASE DE DATOS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547" y="1799177"/>
            <a:ext cx="9080878" cy="1280579"/>
          </a:xfrm>
          <a:custGeom>
            <a:avLst/>
            <a:gdLst/>
            <a:ahLst/>
            <a:cxnLst/>
            <a:rect r="r" b="b" t="t" l="l"/>
            <a:pathLst>
              <a:path h="1280579" w="9080878">
                <a:moveTo>
                  <a:pt x="0" y="0"/>
                </a:moveTo>
                <a:lnTo>
                  <a:pt x="9080878" y="0"/>
                </a:lnTo>
                <a:lnTo>
                  <a:pt x="9080878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-63503"/>
            <a:ext cx="9270997" cy="1176499"/>
          </a:xfrm>
          <a:custGeom>
            <a:avLst/>
            <a:gdLst/>
            <a:ahLst/>
            <a:cxnLst/>
            <a:rect r="r" b="b" t="t" l="l"/>
            <a:pathLst>
              <a:path h="1176499" w="9270997">
                <a:moveTo>
                  <a:pt x="0" y="0"/>
                </a:moveTo>
                <a:lnTo>
                  <a:pt x="9270997" y="0"/>
                </a:lnTo>
                <a:lnTo>
                  <a:pt x="9270997" y="1176499"/>
                </a:lnTo>
                <a:lnTo>
                  <a:pt x="0" y="1176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122" y="2307222"/>
            <a:ext cx="9080878" cy="1280579"/>
          </a:xfrm>
          <a:custGeom>
            <a:avLst/>
            <a:gdLst/>
            <a:ahLst/>
            <a:cxnLst/>
            <a:rect r="r" b="b" t="t" l="l"/>
            <a:pathLst>
              <a:path h="1280579" w="9080878">
                <a:moveTo>
                  <a:pt x="0" y="0"/>
                </a:moveTo>
                <a:lnTo>
                  <a:pt x="9080878" y="0"/>
                </a:lnTo>
                <a:lnTo>
                  <a:pt x="9080878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547" y="3174997"/>
            <a:ext cx="6995703" cy="412804"/>
          </a:xfrm>
          <a:custGeom>
            <a:avLst/>
            <a:gdLst/>
            <a:ahLst/>
            <a:cxnLst/>
            <a:rect r="r" b="b" t="t" l="l"/>
            <a:pathLst>
              <a:path h="412804" w="6995703">
                <a:moveTo>
                  <a:pt x="0" y="0"/>
                </a:moveTo>
                <a:lnTo>
                  <a:pt x="6995703" y="0"/>
                </a:lnTo>
                <a:lnTo>
                  <a:pt x="6995703" y="412804"/>
                </a:lnTo>
                <a:lnTo>
                  <a:pt x="0" y="4128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69827" y="893269"/>
            <a:ext cx="4955467" cy="41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CASOS DE PRUEBA FUNCIONALES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9962" y="4045001"/>
            <a:ext cx="1739865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Total de casos: 9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91" y="783384"/>
            <a:ext cx="9128903" cy="3559597"/>
          </a:xfrm>
          <a:custGeom>
            <a:avLst/>
            <a:gdLst/>
            <a:ahLst/>
            <a:cxnLst/>
            <a:rect r="r" b="b" t="t" l="l"/>
            <a:pathLst>
              <a:path h="3559597" w="9128903">
                <a:moveTo>
                  <a:pt x="0" y="0"/>
                </a:moveTo>
                <a:lnTo>
                  <a:pt x="9128903" y="0"/>
                </a:lnTo>
                <a:lnTo>
                  <a:pt x="9128903" y="3559597"/>
                </a:lnTo>
                <a:lnTo>
                  <a:pt x="0" y="35595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3625" y="1372171"/>
            <a:ext cx="57037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4277" y="827370"/>
            <a:ext cx="682533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Registro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452" y="1238821"/>
            <a:ext cx="963092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3131" y="1372171"/>
            <a:ext cx="766401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53232" y="1372171"/>
            <a:ext cx="1299724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Salida Esperada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47567" y="1372171"/>
            <a:ext cx="45788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¿OK?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1017" y="1889836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1017" y="2491788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1017" y="2988964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1017" y="3486140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1017" y="3983317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799" y="2483863"/>
            <a:ext cx="993153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Ingresar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799" y="3478216"/>
            <a:ext cx="993153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Ingresar datos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799" y="2981039"/>
            <a:ext cx="1226325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ingresar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4799" y="3975392"/>
            <a:ext cx="1226325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ingresar datos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4799" y="1992392"/>
            <a:ext cx="1934242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el boton de registro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66021" y="1859042"/>
            <a:ext cx="578891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Ninguno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66021" y="2251443"/>
            <a:ext cx="2529602" cy="54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correo, nombre, rut, pass, direccion, </a:t>
            </a:r>
          </a:p>
          <a:p>
            <a:pPr algn="l">
              <a:lnSpc>
                <a:spcPts val="6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telefono, imagen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66021" y="3379137"/>
            <a:ext cx="2529602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correo, nombre, rut, pass, direccion, telefono, imagen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29303" y="1782842"/>
            <a:ext cx="2020976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Redireccionar a la pagina de registro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29303" y="2460993"/>
            <a:ext cx="2073059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Redireccionar a publicaciones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09499" y="2460993"/>
            <a:ext cx="10352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29303" y="2853385"/>
            <a:ext cx="122648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redireccionara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09499" y="2853385"/>
            <a:ext cx="233020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929303" y="3455337"/>
            <a:ext cx="2073059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Redireccionar a publicaciones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09499" y="3455337"/>
            <a:ext cx="10352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929303" y="3847738"/>
            <a:ext cx="122648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redireccionara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09499" y="3847738"/>
            <a:ext cx="233020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2791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865289"/>
            <a:ext cx="9270997" cy="3395796"/>
          </a:xfrm>
          <a:custGeom>
            <a:avLst/>
            <a:gdLst/>
            <a:ahLst/>
            <a:cxnLst/>
            <a:rect r="r" b="b" t="t" l="l"/>
            <a:pathLst>
              <a:path h="3395796" w="9270997">
                <a:moveTo>
                  <a:pt x="0" y="0"/>
                </a:moveTo>
                <a:lnTo>
                  <a:pt x="9270997" y="0"/>
                </a:lnTo>
                <a:lnTo>
                  <a:pt x="9270997" y="3395796"/>
                </a:lnTo>
                <a:lnTo>
                  <a:pt x="0" y="3395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3459" y="909276"/>
            <a:ext cx="1421654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Registro empresa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664" y="1320727"/>
            <a:ext cx="374018" cy="58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</a:t>
            </a:r>
          </a:p>
          <a:p>
            <a:pPr algn="ctr">
              <a:lnSpc>
                <a:spcPts val="65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ba</a:t>
            </a: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6355" y="1796977"/>
            <a:ext cx="963092" cy="10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57776" y="1682677"/>
            <a:ext cx="766401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48756" y="1682677"/>
            <a:ext cx="1299724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Salida Esperada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23791" y="1682677"/>
            <a:ext cx="45788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¿OK?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85434" y="1682677"/>
            <a:ext cx="1206598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Observaciones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5748" y="2200342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5748" y="2697518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5748" y="3299460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748" y="3901411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04825" y="3291535"/>
            <a:ext cx="993153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Ingresar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04825" y="3893487"/>
            <a:ext cx="1226325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ingresar datos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4825" y="2093338"/>
            <a:ext cx="1416129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el boton de registro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4825" y="2556243"/>
            <a:ext cx="1554480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eres empresa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09800" y="3087691"/>
            <a:ext cx="1821847" cy="61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correo, nombre, rut, pass, direccion, telefono, razon, imagen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14825" y="3297241"/>
            <a:ext cx="1131351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Redireccionar a publicaciones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14825" y="3765842"/>
            <a:ext cx="122648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redireccionara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15025" y="3373441"/>
            <a:ext cx="10352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15025" y="3765842"/>
            <a:ext cx="233020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-5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1490110"/>
            <a:ext cx="9270997" cy="2146154"/>
            <a:chOff x="0" y="0"/>
            <a:chExt cx="9271000" cy="21461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77724"/>
              <a:ext cx="3009900" cy="411480"/>
            </a:xfrm>
            <a:custGeom>
              <a:avLst/>
              <a:gdLst/>
              <a:ahLst/>
              <a:cxnLst/>
              <a:rect r="r" b="b" t="t" l="l"/>
              <a:pathLst>
                <a:path h="41148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489204"/>
              <a:ext cx="657225" cy="411480"/>
            </a:xfrm>
            <a:custGeom>
              <a:avLst/>
              <a:gdLst/>
              <a:ahLst/>
              <a:cxnLst/>
              <a:rect r="r" b="b" t="t" l="l"/>
              <a:pathLst>
                <a:path h="411480" w="657225">
                  <a:moveTo>
                    <a:pt x="0" y="0"/>
                  </a:moveTo>
                  <a:lnTo>
                    <a:pt x="657225" y="0"/>
                  </a:lnTo>
                  <a:lnTo>
                    <a:pt x="6572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20725" y="489204"/>
              <a:ext cx="2352675" cy="411480"/>
            </a:xfrm>
            <a:custGeom>
              <a:avLst/>
              <a:gdLst/>
              <a:ahLst/>
              <a:cxnLst/>
              <a:rect r="r" b="b" t="t" l="l"/>
              <a:pathLst>
                <a:path h="411480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73400" y="489204"/>
              <a:ext cx="2914650" cy="411480"/>
            </a:xfrm>
            <a:custGeom>
              <a:avLst/>
              <a:gdLst/>
              <a:ahLst/>
              <a:cxnLst/>
              <a:rect r="r" b="b" t="t" l="l"/>
              <a:pathLst>
                <a:path h="41148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988050" y="489204"/>
              <a:ext cx="2219325" cy="411480"/>
            </a:xfrm>
            <a:custGeom>
              <a:avLst/>
              <a:gdLst/>
              <a:ahLst/>
              <a:cxnLst/>
              <a:rect r="r" b="b" t="t" l="l"/>
              <a:pathLst>
                <a:path h="411480" w="2219325">
                  <a:moveTo>
                    <a:pt x="0" y="0"/>
                  </a:moveTo>
                  <a:lnTo>
                    <a:pt x="2219325" y="0"/>
                  </a:lnTo>
                  <a:lnTo>
                    <a:pt x="22193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207375" y="489204"/>
              <a:ext cx="1000125" cy="411480"/>
            </a:xfrm>
            <a:custGeom>
              <a:avLst/>
              <a:gdLst/>
              <a:ahLst/>
              <a:cxnLst/>
              <a:rect r="r" b="b" t="t" l="l"/>
              <a:pathLst>
                <a:path h="41148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07375" y="900684"/>
              <a:ext cx="1000125" cy="392430"/>
            </a:xfrm>
            <a:custGeom>
              <a:avLst/>
              <a:gdLst/>
              <a:ahLst/>
              <a:cxnLst/>
              <a:rect r="r" b="b" t="t" l="l"/>
              <a:pathLst>
                <a:path h="39243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392430"/>
                  </a:lnTo>
                  <a:lnTo>
                    <a:pt x="0" y="392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207375" y="1293114"/>
              <a:ext cx="1000125" cy="392430"/>
            </a:xfrm>
            <a:custGeom>
              <a:avLst/>
              <a:gdLst/>
              <a:ahLst/>
              <a:cxnLst/>
              <a:rect r="r" b="b" t="t" l="l"/>
              <a:pathLst>
                <a:path h="39243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392430"/>
                  </a:lnTo>
                  <a:lnTo>
                    <a:pt x="0" y="392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207375" y="1685544"/>
              <a:ext cx="1000125" cy="392430"/>
            </a:xfrm>
            <a:custGeom>
              <a:avLst/>
              <a:gdLst/>
              <a:ahLst/>
              <a:cxnLst/>
              <a:rect r="r" b="b" t="t" l="l"/>
              <a:pathLst>
                <a:path h="39243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392430"/>
                  </a:lnTo>
                  <a:lnTo>
                    <a:pt x="0" y="392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4224" cy="2019173"/>
            </a:xfrm>
            <a:custGeom>
              <a:avLst/>
              <a:gdLst/>
              <a:ahLst/>
              <a:cxnLst/>
              <a:rect r="r" b="b" t="t" l="l"/>
              <a:pathLst>
                <a:path h="2019173" w="14224">
                  <a:moveTo>
                    <a:pt x="0" y="0"/>
                  </a:moveTo>
                  <a:lnTo>
                    <a:pt x="0" y="2019173"/>
                  </a:lnTo>
                  <a:lnTo>
                    <a:pt x="14224" y="2019173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715899" y="474980"/>
              <a:ext cx="9525" cy="813435"/>
            </a:xfrm>
            <a:custGeom>
              <a:avLst/>
              <a:gdLst/>
              <a:ahLst/>
              <a:cxnLst/>
              <a:rect r="r" b="b" t="t" l="l"/>
              <a:pathLst>
                <a:path h="813435" w="9525">
                  <a:moveTo>
                    <a:pt x="9525" y="0"/>
                  </a:moveTo>
                  <a:lnTo>
                    <a:pt x="952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15899" y="1288288"/>
              <a:ext cx="9525" cy="794258"/>
            </a:xfrm>
            <a:custGeom>
              <a:avLst/>
              <a:gdLst/>
              <a:ahLst/>
              <a:cxnLst/>
              <a:rect r="r" b="b" t="t" l="l"/>
              <a:pathLst>
                <a:path h="794258" w="9525">
                  <a:moveTo>
                    <a:pt x="9525" y="0"/>
                  </a:moveTo>
                  <a:lnTo>
                    <a:pt x="9525" y="794258"/>
                  </a:lnTo>
                  <a:lnTo>
                    <a:pt x="0" y="79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059049" y="63500"/>
              <a:ext cx="28575" cy="440055"/>
            </a:xfrm>
            <a:custGeom>
              <a:avLst/>
              <a:gdLst/>
              <a:ahLst/>
              <a:cxnLst/>
              <a:rect r="r" b="b" t="t" l="l"/>
              <a:pathLst>
                <a:path h="440055" w="28575">
                  <a:moveTo>
                    <a:pt x="28575" y="0"/>
                  </a:moveTo>
                  <a:lnTo>
                    <a:pt x="28575" y="440055"/>
                  </a:lnTo>
                  <a:lnTo>
                    <a:pt x="0" y="440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068701" y="503555"/>
              <a:ext cx="9525" cy="392430"/>
            </a:xfrm>
            <a:custGeom>
              <a:avLst/>
              <a:gdLst/>
              <a:ahLst/>
              <a:cxnLst/>
              <a:rect r="r" b="b" t="t" l="l"/>
              <a:pathLst>
                <a:path h="392430" w="9525">
                  <a:moveTo>
                    <a:pt x="9525" y="0"/>
                  </a:moveTo>
                  <a:lnTo>
                    <a:pt x="9525" y="392430"/>
                  </a:lnTo>
                  <a:lnTo>
                    <a:pt x="0" y="392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068701" y="895985"/>
              <a:ext cx="9525" cy="392430"/>
            </a:xfrm>
            <a:custGeom>
              <a:avLst/>
              <a:gdLst/>
              <a:ahLst/>
              <a:cxnLst/>
              <a:rect r="r" b="b" t="t" l="l"/>
              <a:pathLst>
                <a:path h="392430" w="9525">
                  <a:moveTo>
                    <a:pt x="9525" y="0"/>
                  </a:moveTo>
                  <a:lnTo>
                    <a:pt x="9525" y="392430"/>
                  </a:lnTo>
                  <a:lnTo>
                    <a:pt x="0" y="392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068701" y="1288288"/>
              <a:ext cx="9525" cy="794258"/>
            </a:xfrm>
            <a:custGeom>
              <a:avLst/>
              <a:gdLst/>
              <a:ahLst/>
              <a:cxnLst/>
              <a:rect r="r" b="b" t="t" l="l"/>
              <a:pathLst>
                <a:path h="794258" w="9525">
                  <a:moveTo>
                    <a:pt x="9525" y="0"/>
                  </a:moveTo>
                  <a:lnTo>
                    <a:pt x="9525" y="794258"/>
                  </a:lnTo>
                  <a:lnTo>
                    <a:pt x="0" y="79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983351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983351" y="474980"/>
              <a:ext cx="9525" cy="421005"/>
            </a:xfrm>
            <a:custGeom>
              <a:avLst/>
              <a:gdLst/>
              <a:ahLst/>
              <a:cxnLst/>
              <a:rect r="r" b="b" t="t" l="l"/>
              <a:pathLst>
                <a:path h="421005" w="9525">
                  <a:moveTo>
                    <a:pt x="9525" y="0"/>
                  </a:moveTo>
                  <a:lnTo>
                    <a:pt x="9525" y="421005"/>
                  </a:lnTo>
                  <a:lnTo>
                    <a:pt x="0" y="421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5983351" y="895985"/>
              <a:ext cx="9525" cy="392430"/>
            </a:xfrm>
            <a:custGeom>
              <a:avLst/>
              <a:gdLst/>
              <a:ahLst/>
              <a:cxnLst/>
              <a:rect r="r" b="b" t="t" l="l"/>
              <a:pathLst>
                <a:path h="392430" w="9525">
                  <a:moveTo>
                    <a:pt x="9525" y="0"/>
                  </a:moveTo>
                  <a:lnTo>
                    <a:pt x="9525" y="392430"/>
                  </a:lnTo>
                  <a:lnTo>
                    <a:pt x="0" y="392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5983351" y="1288288"/>
              <a:ext cx="9525" cy="794258"/>
            </a:xfrm>
            <a:custGeom>
              <a:avLst/>
              <a:gdLst/>
              <a:ahLst/>
              <a:cxnLst/>
              <a:rect r="r" b="b" t="t" l="l"/>
              <a:pathLst>
                <a:path h="794258" w="9525">
                  <a:moveTo>
                    <a:pt x="9525" y="0"/>
                  </a:moveTo>
                  <a:lnTo>
                    <a:pt x="9525" y="794258"/>
                  </a:lnTo>
                  <a:lnTo>
                    <a:pt x="0" y="794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8202549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8202549" y="474980"/>
              <a:ext cx="9525" cy="1205738"/>
            </a:xfrm>
            <a:custGeom>
              <a:avLst/>
              <a:gdLst/>
              <a:ahLst/>
              <a:cxnLst/>
              <a:rect r="r" b="b" t="t" l="l"/>
              <a:pathLst>
                <a:path h="1205738" w="9525">
                  <a:moveTo>
                    <a:pt x="9525" y="0"/>
                  </a:moveTo>
                  <a:lnTo>
                    <a:pt x="9525" y="1205738"/>
                  </a:lnTo>
                  <a:lnTo>
                    <a:pt x="0" y="12057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8202549" y="1680718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9202674" y="73025"/>
              <a:ext cx="4826" cy="401955"/>
            </a:xfrm>
            <a:custGeom>
              <a:avLst/>
              <a:gdLst/>
              <a:ahLst/>
              <a:cxnLst/>
              <a:rect r="r" b="b" t="t" l="l"/>
              <a:pathLst>
                <a:path h="401955" w="4826">
                  <a:moveTo>
                    <a:pt x="0" y="0"/>
                  </a:moveTo>
                  <a:lnTo>
                    <a:pt x="0" y="401955"/>
                  </a:lnTo>
                  <a:lnTo>
                    <a:pt x="4826" y="40195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9202674" y="474980"/>
              <a:ext cx="4826" cy="421005"/>
            </a:xfrm>
            <a:custGeom>
              <a:avLst/>
              <a:gdLst/>
              <a:ahLst/>
              <a:cxnLst/>
              <a:rect r="r" b="b" t="t" l="l"/>
              <a:pathLst>
                <a:path h="421005" w="4826">
                  <a:moveTo>
                    <a:pt x="0" y="0"/>
                  </a:moveTo>
                  <a:lnTo>
                    <a:pt x="0" y="421005"/>
                  </a:lnTo>
                  <a:lnTo>
                    <a:pt x="4826" y="42100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9202674" y="895985"/>
              <a:ext cx="4826" cy="1186688"/>
            </a:xfrm>
            <a:custGeom>
              <a:avLst/>
              <a:gdLst/>
              <a:ahLst/>
              <a:cxnLst/>
              <a:rect r="r" b="b" t="t" l="l"/>
              <a:pathLst>
                <a:path h="1186688" w="4826">
                  <a:moveTo>
                    <a:pt x="0" y="0"/>
                  </a:moveTo>
                  <a:lnTo>
                    <a:pt x="0" y="1186688"/>
                  </a:lnTo>
                  <a:lnTo>
                    <a:pt x="4826" y="1186688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63500"/>
              <a:ext cx="3024124" cy="28575"/>
            </a:xfrm>
            <a:custGeom>
              <a:avLst/>
              <a:gdLst/>
              <a:ahLst/>
              <a:cxnLst/>
              <a:rect r="r" b="b" t="t" l="l"/>
              <a:pathLst>
                <a:path h="28575" w="3024124">
                  <a:moveTo>
                    <a:pt x="0" y="0"/>
                  </a:moveTo>
                  <a:lnTo>
                    <a:pt x="0" y="28575"/>
                  </a:lnTo>
                  <a:lnTo>
                    <a:pt x="3024124" y="28575"/>
                  </a:lnTo>
                  <a:lnTo>
                    <a:pt x="30241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87624" y="73025"/>
              <a:ext cx="6119876" cy="9525"/>
            </a:xfrm>
            <a:custGeom>
              <a:avLst/>
              <a:gdLst/>
              <a:ahLst/>
              <a:cxnLst/>
              <a:rect r="r" b="b" t="t" l="l"/>
              <a:pathLst>
                <a:path h="9525" w="6119876">
                  <a:moveTo>
                    <a:pt x="0" y="0"/>
                  </a:moveTo>
                  <a:lnTo>
                    <a:pt x="0" y="9525"/>
                  </a:lnTo>
                  <a:lnTo>
                    <a:pt x="6119876" y="9525"/>
                  </a:lnTo>
                  <a:lnTo>
                    <a:pt x="611987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474980"/>
              <a:ext cx="9144000" cy="28575"/>
            </a:xfrm>
            <a:custGeom>
              <a:avLst/>
              <a:gdLst/>
              <a:ahLst/>
              <a:cxnLst/>
              <a:rect r="r" b="b" t="t" l="l"/>
              <a:pathLst>
                <a:path h="28575" w="9144000">
                  <a:moveTo>
                    <a:pt x="0" y="0"/>
                  </a:moveTo>
                  <a:lnTo>
                    <a:pt x="0" y="28575"/>
                  </a:lnTo>
                  <a:lnTo>
                    <a:pt x="9144000" y="285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3500" y="895985"/>
              <a:ext cx="9144000" cy="9525"/>
            </a:xfrm>
            <a:custGeom>
              <a:avLst/>
              <a:gdLst/>
              <a:ahLst/>
              <a:cxnLst/>
              <a:rect r="r" b="b" t="t" l="l"/>
              <a:pathLst>
                <a:path h="9525" w="9144000">
                  <a:moveTo>
                    <a:pt x="0" y="0"/>
                  </a:move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63500" y="1288288"/>
              <a:ext cx="652526" cy="9525"/>
            </a:xfrm>
            <a:custGeom>
              <a:avLst/>
              <a:gdLst/>
              <a:ahLst/>
              <a:cxnLst/>
              <a:rect r="r" b="b" t="t" l="l"/>
              <a:pathLst>
                <a:path h="9525" w="652526">
                  <a:moveTo>
                    <a:pt x="0" y="0"/>
                  </a:moveTo>
                  <a:lnTo>
                    <a:pt x="0" y="9525"/>
                  </a:lnTo>
                  <a:lnTo>
                    <a:pt x="652526" y="9525"/>
                  </a:lnTo>
                  <a:lnTo>
                    <a:pt x="6525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716026" y="1288288"/>
              <a:ext cx="2352675" cy="9525"/>
            </a:xfrm>
            <a:custGeom>
              <a:avLst/>
              <a:gdLst/>
              <a:ahLst/>
              <a:cxnLst/>
              <a:rect r="r" b="b" t="t" l="l"/>
              <a:pathLst>
                <a:path h="9525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3068701" y="1288288"/>
              <a:ext cx="5133975" cy="9525"/>
            </a:xfrm>
            <a:custGeom>
              <a:avLst/>
              <a:gdLst/>
              <a:ahLst/>
              <a:cxnLst/>
              <a:rect r="r" b="b" t="t" l="l"/>
              <a:pathLst>
                <a:path h="9525" w="5133975">
                  <a:moveTo>
                    <a:pt x="0" y="0"/>
                  </a:moveTo>
                  <a:lnTo>
                    <a:pt x="5133975" y="0"/>
                  </a:lnTo>
                  <a:lnTo>
                    <a:pt x="51339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8202676" y="1288288"/>
              <a:ext cx="1004824" cy="9525"/>
            </a:xfrm>
            <a:custGeom>
              <a:avLst/>
              <a:gdLst/>
              <a:ahLst/>
              <a:cxnLst/>
              <a:rect r="r" b="b" t="t" l="l"/>
              <a:pathLst>
                <a:path h="9525" w="1004824">
                  <a:moveTo>
                    <a:pt x="0" y="0"/>
                  </a:moveTo>
                  <a:lnTo>
                    <a:pt x="0" y="9525"/>
                  </a:lnTo>
                  <a:lnTo>
                    <a:pt x="1004824" y="9525"/>
                  </a:lnTo>
                  <a:lnTo>
                    <a:pt x="10048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500" y="1680718"/>
              <a:ext cx="652526" cy="9525"/>
            </a:xfrm>
            <a:custGeom>
              <a:avLst/>
              <a:gdLst/>
              <a:ahLst/>
              <a:cxnLst/>
              <a:rect r="r" b="b" t="t" l="l"/>
              <a:pathLst>
                <a:path h="9525" w="652526">
                  <a:moveTo>
                    <a:pt x="0" y="0"/>
                  </a:moveTo>
                  <a:lnTo>
                    <a:pt x="0" y="9525"/>
                  </a:lnTo>
                  <a:lnTo>
                    <a:pt x="652526" y="9525"/>
                  </a:lnTo>
                  <a:lnTo>
                    <a:pt x="6525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716026" y="1680718"/>
              <a:ext cx="2352675" cy="9525"/>
            </a:xfrm>
            <a:custGeom>
              <a:avLst/>
              <a:gdLst/>
              <a:ahLst/>
              <a:cxnLst/>
              <a:rect r="r" b="b" t="t" l="l"/>
              <a:pathLst>
                <a:path h="9525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3068701" y="1680718"/>
              <a:ext cx="5133975" cy="9525"/>
            </a:xfrm>
            <a:custGeom>
              <a:avLst/>
              <a:gdLst/>
              <a:ahLst/>
              <a:cxnLst/>
              <a:rect r="r" b="b" t="t" l="l"/>
              <a:pathLst>
                <a:path h="9525" w="5133975">
                  <a:moveTo>
                    <a:pt x="0" y="0"/>
                  </a:moveTo>
                  <a:lnTo>
                    <a:pt x="5133975" y="0"/>
                  </a:lnTo>
                  <a:lnTo>
                    <a:pt x="51339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8202676" y="1680718"/>
              <a:ext cx="1004824" cy="9525"/>
            </a:xfrm>
            <a:custGeom>
              <a:avLst/>
              <a:gdLst/>
              <a:ahLst/>
              <a:cxnLst/>
              <a:rect r="r" b="b" t="t" l="l"/>
              <a:pathLst>
                <a:path h="9525" w="1004824">
                  <a:moveTo>
                    <a:pt x="0" y="0"/>
                  </a:moveTo>
                  <a:lnTo>
                    <a:pt x="0" y="9525"/>
                  </a:lnTo>
                  <a:lnTo>
                    <a:pt x="1004824" y="9525"/>
                  </a:lnTo>
                  <a:lnTo>
                    <a:pt x="100482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3500" y="2073148"/>
              <a:ext cx="652526" cy="9525"/>
            </a:xfrm>
            <a:custGeom>
              <a:avLst/>
              <a:gdLst/>
              <a:ahLst/>
              <a:cxnLst/>
              <a:rect r="r" b="b" t="t" l="l"/>
              <a:pathLst>
                <a:path h="9525" w="652526">
                  <a:moveTo>
                    <a:pt x="0" y="0"/>
                  </a:moveTo>
                  <a:lnTo>
                    <a:pt x="0" y="9525"/>
                  </a:lnTo>
                  <a:lnTo>
                    <a:pt x="652526" y="9525"/>
                  </a:lnTo>
                  <a:lnTo>
                    <a:pt x="6525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716026" y="2073148"/>
              <a:ext cx="2352675" cy="9525"/>
            </a:xfrm>
            <a:custGeom>
              <a:avLst/>
              <a:gdLst/>
              <a:ahLst/>
              <a:cxnLst/>
              <a:rect r="r" b="b" t="t" l="l"/>
              <a:pathLst>
                <a:path h="9525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068701" y="2073148"/>
              <a:ext cx="5133975" cy="9525"/>
            </a:xfrm>
            <a:custGeom>
              <a:avLst/>
              <a:gdLst/>
              <a:ahLst/>
              <a:cxnLst/>
              <a:rect r="r" b="b" t="t" l="l"/>
              <a:pathLst>
                <a:path h="9525" w="5133975">
                  <a:moveTo>
                    <a:pt x="0" y="0"/>
                  </a:moveTo>
                  <a:lnTo>
                    <a:pt x="5133975" y="0"/>
                  </a:lnTo>
                  <a:lnTo>
                    <a:pt x="51339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8202676" y="2073148"/>
              <a:ext cx="1004824" cy="9525"/>
            </a:xfrm>
            <a:custGeom>
              <a:avLst/>
              <a:gdLst/>
              <a:ahLst/>
              <a:cxnLst/>
              <a:rect r="r" b="b" t="t" l="l"/>
              <a:pathLst>
                <a:path h="9525" w="1004824">
                  <a:moveTo>
                    <a:pt x="0" y="0"/>
                  </a:moveTo>
                  <a:lnTo>
                    <a:pt x="0" y="9525"/>
                  </a:lnTo>
                  <a:lnTo>
                    <a:pt x="1004824" y="9525"/>
                  </a:lnTo>
                  <a:lnTo>
                    <a:pt x="1004824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48844" y="2078898"/>
            <a:ext cx="570376" cy="61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</a:t>
            </a:r>
          </a:p>
          <a:p>
            <a:pPr algn="ctr">
              <a:lnSpc>
                <a:spcPts val="3000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80379" y="1534097"/>
            <a:ext cx="457552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Login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61180" y="1945548"/>
            <a:ext cx="963092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Descripción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091264" y="2078898"/>
            <a:ext cx="766401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396619" y="2078898"/>
            <a:ext cx="1299724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Salida Esperada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419328" y="2078898"/>
            <a:ext cx="45788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¿OK?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86236" y="2750839"/>
            <a:ext cx="86430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86236" y="3143240"/>
            <a:ext cx="86430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85800" y="2356218"/>
            <a:ext cx="1364523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boton login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85800" y="2742914"/>
            <a:ext cx="1502559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iniciar sesion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85800" y="3135316"/>
            <a:ext cx="1226325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ingresar datos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38475" y="2881960"/>
            <a:ext cx="1191816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correo, password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953125" y="2356218"/>
            <a:ext cx="1459659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Redireccionar a login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953125" y="2748610"/>
            <a:ext cx="1934861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Redireccion a publicaciones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953125" y="3141012"/>
            <a:ext cx="122648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redireccionara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172450" y="2356218"/>
            <a:ext cx="10352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172450" y="2748610"/>
            <a:ext cx="103527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172450" y="3141012"/>
            <a:ext cx="233020" cy="3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1571987"/>
            <a:ext cx="9270997" cy="1990001"/>
            <a:chOff x="0" y="0"/>
            <a:chExt cx="9271000" cy="1990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77724"/>
              <a:ext cx="3009900" cy="411480"/>
            </a:xfrm>
            <a:custGeom>
              <a:avLst/>
              <a:gdLst/>
              <a:ahLst/>
              <a:cxnLst/>
              <a:rect r="r" b="b" t="t" l="l"/>
              <a:pathLst>
                <a:path h="41148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489204"/>
              <a:ext cx="657225" cy="411480"/>
            </a:xfrm>
            <a:custGeom>
              <a:avLst/>
              <a:gdLst/>
              <a:ahLst/>
              <a:cxnLst/>
              <a:rect r="r" b="b" t="t" l="l"/>
              <a:pathLst>
                <a:path h="411480" w="657225">
                  <a:moveTo>
                    <a:pt x="0" y="0"/>
                  </a:moveTo>
                  <a:lnTo>
                    <a:pt x="657225" y="0"/>
                  </a:lnTo>
                  <a:lnTo>
                    <a:pt x="6572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20725" y="489204"/>
              <a:ext cx="2352675" cy="411480"/>
            </a:xfrm>
            <a:custGeom>
              <a:avLst/>
              <a:gdLst/>
              <a:ahLst/>
              <a:cxnLst/>
              <a:rect r="r" b="b" t="t" l="l"/>
              <a:pathLst>
                <a:path h="411480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73400" y="489204"/>
              <a:ext cx="2914650" cy="411480"/>
            </a:xfrm>
            <a:custGeom>
              <a:avLst/>
              <a:gdLst/>
              <a:ahLst/>
              <a:cxnLst/>
              <a:rect r="r" b="b" t="t" l="l"/>
              <a:pathLst>
                <a:path h="41148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988050" y="489204"/>
              <a:ext cx="2219325" cy="411480"/>
            </a:xfrm>
            <a:custGeom>
              <a:avLst/>
              <a:gdLst/>
              <a:ahLst/>
              <a:cxnLst/>
              <a:rect r="r" b="b" t="t" l="l"/>
              <a:pathLst>
                <a:path h="411480" w="2219325">
                  <a:moveTo>
                    <a:pt x="0" y="0"/>
                  </a:moveTo>
                  <a:lnTo>
                    <a:pt x="2219325" y="0"/>
                  </a:lnTo>
                  <a:lnTo>
                    <a:pt x="22193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207375" y="489204"/>
              <a:ext cx="1000125" cy="411480"/>
            </a:xfrm>
            <a:custGeom>
              <a:avLst/>
              <a:gdLst/>
              <a:ahLst/>
              <a:cxnLst/>
              <a:rect r="r" b="b" t="t" l="l"/>
              <a:pathLst>
                <a:path h="41148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07375" y="900684"/>
              <a:ext cx="1000125" cy="1021080"/>
            </a:xfrm>
            <a:custGeom>
              <a:avLst/>
              <a:gdLst/>
              <a:ahLst/>
              <a:cxnLst/>
              <a:rect r="r" b="b" t="t" l="l"/>
              <a:pathLst>
                <a:path h="102108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1021080"/>
                  </a:lnTo>
                  <a:lnTo>
                    <a:pt x="0" y="1021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4224" cy="1862963"/>
            </a:xfrm>
            <a:custGeom>
              <a:avLst/>
              <a:gdLst/>
              <a:ahLst/>
              <a:cxnLst/>
              <a:rect r="r" b="b" t="t" l="l"/>
              <a:pathLst>
                <a:path h="1862963" w="14224">
                  <a:moveTo>
                    <a:pt x="0" y="0"/>
                  </a:moveTo>
                  <a:lnTo>
                    <a:pt x="0" y="1862963"/>
                  </a:lnTo>
                  <a:lnTo>
                    <a:pt x="14224" y="1862963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15899" y="474980"/>
              <a:ext cx="9525" cy="1451483"/>
            </a:xfrm>
            <a:custGeom>
              <a:avLst/>
              <a:gdLst/>
              <a:ahLst/>
              <a:cxnLst/>
              <a:rect r="r" b="b" t="t" l="l"/>
              <a:pathLst>
                <a:path h="1451483" w="9525">
                  <a:moveTo>
                    <a:pt x="9525" y="0"/>
                  </a:moveTo>
                  <a:lnTo>
                    <a:pt x="9525" y="1451483"/>
                  </a:lnTo>
                  <a:lnTo>
                    <a:pt x="0" y="1451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59049" y="63500"/>
              <a:ext cx="28575" cy="440055"/>
            </a:xfrm>
            <a:custGeom>
              <a:avLst/>
              <a:gdLst/>
              <a:ahLst/>
              <a:cxnLst/>
              <a:rect r="r" b="b" t="t" l="l"/>
              <a:pathLst>
                <a:path h="440055" w="28575">
                  <a:moveTo>
                    <a:pt x="28575" y="0"/>
                  </a:moveTo>
                  <a:lnTo>
                    <a:pt x="28575" y="440055"/>
                  </a:lnTo>
                  <a:lnTo>
                    <a:pt x="0" y="440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68701" y="503555"/>
              <a:ext cx="9525" cy="1422908"/>
            </a:xfrm>
            <a:custGeom>
              <a:avLst/>
              <a:gdLst/>
              <a:ahLst/>
              <a:cxnLst/>
              <a:rect r="r" b="b" t="t" l="l"/>
              <a:pathLst>
                <a:path h="1422908" w="9525">
                  <a:moveTo>
                    <a:pt x="9525" y="0"/>
                  </a:moveTo>
                  <a:lnTo>
                    <a:pt x="9525" y="1422908"/>
                  </a:lnTo>
                  <a:lnTo>
                    <a:pt x="0" y="1422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983351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983351" y="474980"/>
              <a:ext cx="9525" cy="1451483"/>
            </a:xfrm>
            <a:custGeom>
              <a:avLst/>
              <a:gdLst/>
              <a:ahLst/>
              <a:cxnLst/>
              <a:rect r="r" b="b" t="t" l="l"/>
              <a:pathLst>
                <a:path h="1451483" w="9525">
                  <a:moveTo>
                    <a:pt x="9525" y="0"/>
                  </a:moveTo>
                  <a:lnTo>
                    <a:pt x="9525" y="1451483"/>
                  </a:lnTo>
                  <a:lnTo>
                    <a:pt x="0" y="1451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202549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202549" y="474980"/>
              <a:ext cx="9525" cy="1451483"/>
            </a:xfrm>
            <a:custGeom>
              <a:avLst/>
              <a:gdLst/>
              <a:ahLst/>
              <a:cxnLst/>
              <a:rect r="r" b="b" t="t" l="l"/>
              <a:pathLst>
                <a:path h="1451483" w="9525">
                  <a:moveTo>
                    <a:pt x="9525" y="0"/>
                  </a:moveTo>
                  <a:lnTo>
                    <a:pt x="9525" y="1451483"/>
                  </a:lnTo>
                  <a:lnTo>
                    <a:pt x="0" y="1451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202674" y="73025"/>
              <a:ext cx="4826" cy="401955"/>
            </a:xfrm>
            <a:custGeom>
              <a:avLst/>
              <a:gdLst/>
              <a:ahLst/>
              <a:cxnLst/>
              <a:rect r="r" b="b" t="t" l="l"/>
              <a:pathLst>
                <a:path h="401955" w="4826">
                  <a:moveTo>
                    <a:pt x="0" y="0"/>
                  </a:moveTo>
                  <a:lnTo>
                    <a:pt x="0" y="401955"/>
                  </a:lnTo>
                  <a:lnTo>
                    <a:pt x="4826" y="40195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202674" y="474980"/>
              <a:ext cx="4826" cy="421005"/>
            </a:xfrm>
            <a:custGeom>
              <a:avLst/>
              <a:gdLst/>
              <a:ahLst/>
              <a:cxnLst/>
              <a:rect r="r" b="b" t="t" l="l"/>
              <a:pathLst>
                <a:path h="421005" w="4826">
                  <a:moveTo>
                    <a:pt x="0" y="0"/>
                  </a:moveTo>
                  <a:lnTo>
                    <a:pt x="0" y="421005"/>
                  </a:lnTo>
                  <a:lnTo>
                    <a:pt x="4826" y="42100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202674" y="895985"/>
              <a:ext cx="4826" cy="1030605"/>
            </a:xfrm>
            <a:custGeom>
              <a:avLst/>
              <a:gdLst/>
              <a:ahLst/>
              <a:cxnLst/>
              <a:rect r="r" b="b" t="t" l="l"/>
              <a:pathLst>
                <a:path h="1030605" w="4826">
                  <a:moveTo>
                    <a:pt x="0" y="0"/>
                  </a:moveTo>
                  <a:lnTo>
                    <a:pt x="0" y="1030605"/>
                  </a:lnTo>
                  <a:lnTo>
                    <a:pt x="4826" y="103060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024124" cy="28575"/>
            </a:xfrm>
            <a:custGeom>
              <a:avLst/>
              <a:gdLst/>
              <a:ahLst/>
              <a:cxnLst/>
              <a:rect r="r" b="b" t="t" l="l"/>
              <a:pathLst>
                <a:path h="28575" w="3024124">
                  <a:moveTo>
                    <a:pt x="0" y="0"/>
                  </a:moveTo>
                  <a:lnTo>
                    <a:pt x="0" y="28575"/>
                  </a:lnTo>
                  <a:lnTo>
                    <a:pt x="3024124" y="28575"/>
                  </a:lnTo>
                  <a:lnTo>
                    <a:pt x="30241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087624" y="73025"/>
              <a:ext cx="6119876" cy="9525"/>
            </a:xfrm>
            <a:custGeom>
              <a:avLst/>
              <a:gdLst/>
              <a:ahLst/>
              <a:cxnLst/>
              <a:rect r="r" b="b" t="t" l="l"/>
              <a:pathLst>
                <a:path h="9525" w="6119876">
                  <a:moveTo>
                    <a:pt x="0" y="0"/>
                  </a:moveTo>
                  <a:lnTo>
                    <a:pt x="0" y="9525"/>
                  </a:lnTo>
                  <a:lnTo>
                    <a:pt x="6119876" y="9525"/>
                  </a:lnTo>
                  <a:lnTo>
                    <a:pt x="611987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474980"/>
              <a:ext cx="9144000" cy="28575"/>
            </a:xfrm>
            <a:custGeom>
              <a:avLst/>
              <a:gdLst/>
              <a:ahLst/>
              <a:cxnLst/>
              <a:rect r="r" b="b" t="t" l="l"/>
              <a:pathLst>
                <a:path h="28575" w="9144000">
                  <a:moveTo>
                    <a:pt x="0" y="0"/>
                  </a:moveTo>
                  <a:lnTo>
                    <a:pt x="0" y="28575"/>
                  </a:lnTo>
                  <a:lnTo>
                    <a:pt x="9144000" y="285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895985"/>
              <a:ext cx="9144000" cy="9525"/>
            </a:xfrm>
            <a:custGeom>
              <a:avLst/>
              <a:gdLst/>
              <a:ahLst/>
              <a:cxnLst/>
              <a:rect r="r" b="b" t="t" l="l"/>
              <a:pathLst>
                <a:path h="9525" w="9144000">
                  <a:moveTo>
                    <a:pt x="0" y="0"/>
                  </a:move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1916938"/>
              <a:ext cx="9144000" cy="9525"/>
            </a:xfrm>
            <a:custGeom>
              <a:avLst/>
              <a:gdLst/>
              <a:ahLst/>
              <a:cxnLst/>
              <a:rect r="r" b="b" t="t" l="l"/>
              <a:pathLst>
                <a:path h="9525" w="9144000">
                  <a:moveTo>
                    <a:pt x="0" y="0"/>
                  </a:move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71211" y="1615973"/>
            <a:ext cx="1496082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Aceptar cotizacion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844" y="2027425"/>
            <a:ext cx="570376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</a:t>
            </a: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1180" y="2027425"/>
            <a:ext cx="963092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91264" y="2160775"/>
            <a:ext cx="766401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96619" y="2160775"/>
            <a:ext cx="1299724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Salida Esperada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19328" y="2160775"/>
            <a:ext cx="45788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¿OK?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86236" y="2887990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5800" y="2990536"/>
            <a:ext cx="2193369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en el boton de aceptar cotizacion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38475" y="3200086"/>
            <a:ext cx="1891494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Tener una cotizacion previa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53125" y="2571436"/>
            <a:ext cx="2115645" cy="82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Actualizar la pagina y ver que no se encuentra el historial de cotizaciones ya que el status cambio a Cotizado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72450" y="3200086"/>
            <a:ext cx="103527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-5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1667237"/>
            <a:ext cx="9270997" cy="1799501"/>
            <a:chOff x="0" y="0"/>
            <a:chExt cx="9271000" cy="17995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77724"/>
              <a:ext cx="2181225" cy="411480"/>
            </a:xfrm>
            <a:custGeom>
              <a:avLst/>
              <a:gdLst/>
              <a:ahLst/>
              <a:cxnLst/>
              <a:rect r="r" b="b" t="t" l="l"/>
              <a:pathLst>
                <a:path h="411480" w="2181225">
                  <a:moveTo>
                    <a:pt x="0" y="0"/>
                  </a:moveTo>
                  <a:lnTo>
                    <a:pt x="2181225" y="0"/>
                  </a:lnTo>
                  <a:lnTo>
                    <a:pt x="21812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489204"/>
              <a:ext cx="476250" cy="640080"/>
            </a:xfrm>
            <a:custGeom>
              <a:avLst/>
              <a:gdLst/>
              <a:ahLst/>
              <a:cxnLst/>
              <a:rect r="r" b="b" t="t" l="l"/>
              <a:pathLst>
                <a:path h="64008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9750" y="489204"/>
              <a:ext cx="1704975" cy="640080"/>
            </a:xfrm>
            <a:custGeom>
              <a:avLst/>
              <a:gdLst/>
              <a:ahLst/>
              <a:cxnLst/>
              <a:rect r="r" b="b" t="t" l="l"/>
              <a:pathLst>
                <a:path h="640080" w="1704975">
                  <a:moveTo>
                    <a:pt x="0" y="0"/>
                  </a:moveTo>
                  <a:lnTo>
                    <a:pt x="1704975" y="0"/>
                  </a:lnTo>
                  <a:lnTo>
                    <a:pt x="1704975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244725" y="489204"/>
              <a:ext cx="2105025" cy="640080"/>
            </a:xfrm>
            <a:custGeom>
              <a:avLst/>
              <a:gdLst/>
              <a:ahLst/>
              <a:cxnLst/>
              <a:rect r="r" b="b" t="t" l="l"/>
              <a:pathLst>
                <a:path h="640080" w="2105025">
                  <a:moveTo>
                    <a:pt x="0" y="0"/>
                  </a:moveTo>
                  <a:lnTo>
                    <a:pt x="2105025" y="0"/>
                  </a:lnTo>
                  <a:lnTo>
                    <a:pt x="2105025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349750" y="489204"/>
              <a:ext cx="1600200" cy="640080"/>
            </a:xfrm>
            <a:custGeom>
              <a:avLst/>
              <a:gdLst/>
              <a:ahLst/>
              <a:cxnLst/>
              <a:rect r="r" b="b" t="t" l="l"/>
              <a:pathLst>
                <a:path h="640080" w="1600200">
                  <a:moveTo>
                    <a:pt x="0" y="0"/>
                  </a:moveTo>
                  <a:lnTo>
                    <a:pt x="1600200" y="0"/>
                  </a:lnTo>
                  <a:lnTo>
                    <a:pt x="160020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949950" y="489204"/>
              <a:ext cx="723900" cy="640080"/>
            </a:xfrm>
            <a:custGeom>
              <a:avLst/>
              <a:gdLst/>
              <a:ahLst/>
              <a:cxnLst/>
              <a:rect r="r" b="b" t="t" l="l"/>
              <a:pathLst>
                <a:path h="64008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673850" y="489204"/>
              <a:ext cx="2533650" cy="640080"/>
            </a:xfrm>
            <a:custGeom>
              <a:avLst/>
              <a:gdLst/>
              <a:ahLst/>
              <a:cxnLst/>
              <a:rect r="r" b="b" t="t" l="l"/>
              <a:pathLst>
                <a:path h="640080" w="2533650">
                  <a:moveTo>
                    <a:pt x="0" y="0"/>
                  </a:moveTo>
                  <a:lnTo>
                    <a:pt x="2533650" y="0"/>
                  </a:lnTo>
                  <a:lnTo>
                    <a:pt x="253365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949950" y="1129284"/>
              <a:ext cx="723900" cy="601980"/>
            </a:xfrm>
            <a:custGeom>
              <a:avLst/>
              <a:gdLst/>
              <a:ahLst/>
              <a:cxnLst/>
              <a:rect r="r" b="b" t="t" l="l"/>
              <a:pathLst>
                <a:path h="601980" w="723900">
                  <a:moveTo>
                    <a:pt x="0" y="0"/>
                  </a:moveTo>
                  <a:lnTo>
                    <a:pt x="723900" y="0"/>
                  </a:lnTo>
                  <a:lnTo>
                    <a:pt x="723900" y="601980"/>
                  </a:lnTo>
                  <a:lnTo>
                    <a:pt x="0" y="601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673850" y="1129284"/>
              <a:ext cx="2533650" cy="601980"/>
            </a:xfrm>
            <a:custGeom>
              <a:avLst/>
              <a:gdLst/>
              <a:ahLst/>
              <a:cxnLst/>
              <a:rect r="r" b="b" t="t" l="l"/>
              <a:pathLst>
                <a:path h="601980" w="2533650">
                  <a:moveTo>
                    <a:pt x="0" y="0"/>
                  </a:moveTo>
                  <a:lnTo>
                    <a:pt x="2533650" y="0"/>
                  </a:lnTo>
                  <a:lnTo>
                    <a:pt x="2533650" y="601980"/>
                  </a:lnTo>
                  <a:lnTo>
                    <a:pt x="0" y="601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14224" cy="1672463"/>
            </a:xfrm>
            <a:custGeom>
              <a:avLst/>
              <a:gdLst/>
              <a:ahLst/>
              <a:cxnLst/>
              <a:rect r="r" b="b" t="t" l="l"/>
              <a:pathLst>
                <a:path h="1672463" w="14224">
                  <a:moveTo>
                    <a:pt x="0" y="0"/>
                  </a:moveTo>
                  <a:lnTo>
                    <a:pt x="0" y="1672463"/>
                  </a:lnTo>
                  <a:lnTo>
                    <a:pt x="14224" y="1672463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35051" y="474980"/>
              <a:ext cx="9525" cy="1260983"/>
            </a:xfrm>
            <a:custGeom>
              <a:avLst/>
              <a:gdLst/>
              <a:ahLst/>
              <a:cxnLst/>
              <a:rect r="r" b="b" t="t" l="l"/>
              <a:pathLst>
                <a:path h="1260983" w="9525">
                  <a:moveTo>
                    <a:pt x="9525" y="0"/>
                  </a:moveTo>
                  <a:lnTo>
                    <a:pt x="9525" y="1260983"/>
                  </a:lnTo>
                  <a:lnTo>
                    <a:pt x="0" y="1260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230501" y="63500"/>
              <a:ext cx="28575" cy="440055"/>
            </a:xfrm>
            <a:custGeom>
              <a:avLst/>
              <a:gdLst/>
              <a:ahLst/>
              <a:cxnLst/>
              <a:rect r="r" b="b" t="t" l="l"/>
              <a:pathLst>
                <a:path h="440055" w="28575">
                  <a:moveTo>
                    <a:pt x="28575" y="0"/>
                  </a:moveTo>
                  <a:lnTo>
                    <a:pt x="28575" y="440055"/>
                  </a:lnTo>
                  <a:lnTo>
                    <a:pt x="0" y="440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239899" y="503555"/>
              <a:ext cx="9525" cy="1232535"/>
            </a:xfrm>
            <a:custGeom>
              <a:avLst/>
              <a:gdLst/>
              <a:ahLst/>
              <a:cxnLst/>
              <a:rect r="r" b="b" t="t" l="l"/>
              <a:pathLst>
                <a:path h="1232535" w="9525">
                  <a:moveTo>
                    <a:pt x="9525" y="0"/>
                  </a:moveTo>
                  <a:lnTo>
                    <a:pt x="9525" y="1232535"/>
                  </a:lnTo>
                  <a:lnTo>
                    <a:pt x="0" y="1232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345051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345051" y="474980"/>
              <a:ext cx="9525" cy="1260983"/>
            </a:xfrm>
            <a:custGeom>
              <a:avLst/>
              <a:gdLst/>
              <a:ahLst/>
              <a:cxnLst/>
              <a:rect r="r" b="b" t="t" l="l"/>
              <a:pathLst>
                <a:path h="1260983" w="9525">
                  <a:moveTo>
                    <a:pt x="9525" y="0"/>
                  </a:moveTo>
                  <a:lnTo>
                    <a:pt x="9525" y="1260983"/>
                  </a:lnTo>
                  <a:lnTo>
                    <a:pt x="0" y="1260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945251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945251" y="474980"/>
              <a:ext cx="9525" cy="1260983"/>
            </a:xfrm>
            <a:custGeom>
              <a:avLst/>
              <a:gdLst/>
              <a:ahLst/>
              <a:cxnLst/>
              <a:rect r="r" b="b" t="t" l="l"/>
              <a:pathLst>
                <a:path h="1260983" w="9525">
                  <a:moveTo>
                    <a:pt x="9525" y="0"/>
                  </a:moveTo>
                  <a:lnTo>
                    <a:pt x="9525" y="1260983"/>
                  </a:lnTo>
                  <a:lnTo>
                    <a:pt x="0" y="12609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669151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669151" y="474980"/>
              <a:ext cx="9525" cy="649605"/>
            </a:xfrm>
            <a:custGeom>
              <a:avLst/>
              <a:gdLst/>
              <a:ahLst/>
              <a:cxnLst/>
              <a:rect r="r" b="b" t="t" l="l"/>
              <a:pathLst>
                <a:path h="649605" w="9525">
                  <a:moveTo>
                    <a:pt x="9525" y="0"/>
                  </a:moveTo>
                  <a:lnTo>
                    <a:pt x="9525" y="649605"/>
                  </a:lnTo>
                  <a:lnTo>
                    <a:pt x="0" y="6496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669151" y="1124585"/>
              <a:ext cx="9525" cy="611505"/>
            </a:xfrm>
            <a:custGeom>
              <a:avLst/>
              <a:gdLst/>
              <a:ahLst/>
              <a:cxnLst/>
              <a:rect r="r" b="b" t="t" l="l"/>
              <a:pathLst>
                <a:path h="611505" w="9525">
                  <a:moveTo>
                    <a:pt x="9525" y="0"/>
                  </a:moveTo>
                  <a:lnTo>
                    <a:pt x="9525" y="611505"/>
                  </a:lnTo>
                  <a:lnTo>
                    <a:pt x="0" y="6115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202674" y="73025"/>
              <a:ext cx="4826" cy="401955"/>
            </a:xfrm>
            <a:custGeom>
              <a:avLst/>
              <a:gdLst/>
              <a:ahLst/>
              <a:cxnLst/>
              <a:rect r="r" b="b" t="t" l="l"/>
              <a:pathLst>
                <a:path h="401955" w="4826">
                  <a:moveTo>
                    <a:pt x="0" y="0"/>
                  </a:moveTo>
                  <a:lnTo>
                    <a:pt x="0" y="401955"/>
                  </a:lnTo>
                  <a:lnTo>
                    <a:pt x="4826" y="40195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9193276" y="474980"/>
              <a:ext cx="14224" cy="659130"/>
            </a:xfrm>
            <a:custGeom>
              <a:avLst/>
              <a:gdLst/>
              <a:ahLst/>
              <a:cxnLst/>
              <a:rect r="r" b="b" t="t" l="l"/>
              <a:pathLst>
                <a:path h="659130" w="14224">
                  <a:moveTo>
                    <a:pt x="0" y="0"/>
                  </a:moveTo>
                  <a:lnTo>
                    <a:pt x="0" y="659130"/>
                  </a:lnTo>
                  <a:lnTo>
                    <a:pt x="14224" y="659130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9202674" y="1133983"/>
              <a:ext cx="4826" cy="601980"/>
            </a:xfrm>
            <a:custGeom>
              <a:avLst/>
              <a:gdLst/>
              <a:ahLst/>
              <a:cxnLst/>
              <a:rect r="r" b="b" t="t" l="l"/>
              <a:pathLst>
                <a:path h="601980" w="4826">
                  <a:moveTo>
                    <a:pt x="0" y="0"/>
                  </a:moveTo>
                  <a:lnTo>
                    <a:pt x="0" y="601980"/>
                  </a:lnTo>
                  <a:lnTo>
                    <a:pt x="4826" y="60198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2195449" cy="28575"/>
            </a:xfrm>
            <a:custGeom>
              <a:avLst/>
              <a:gdLst/>
              <a:ahLst/>
              <a:cxnLst/>
              <a:rect r="r" b="b" t="t" l="l"/>
              <a:pathLst>
                <a:path h="28575" w="2195449">
                  <a:moveTo>
                    <a:pt x="0" y="0"/>
                  </a:moveTo>
                  <a:lnTo>
                    <a:pt x="0" y="28575"/>
                  </a:lnTo>
                  <a:lnTo>
                    <a:pt x="2195449" y="28575"/>
                  </a:lnTo>
                  <a:lnTo>
                    <a:pt x="2195449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258949" y="73025"/>
              <a:ext cx="6948551" cy="9525"/>
            </a:xfrm>
            <a:custGeom>
              <a:avLst/>
              <a:gdLst/>
              <a:ahLst/>
              <a:cxnLst/>
              <a:rect r="r" b="b" t="t" l="l"/>
              <a:pathLst>
                <a:path h="9525" w="6948551">
                  <a:moveTo>
                    <a:pt x="0" y="0"/>
                  </a:moveTo>
                  <a:lnTo>
                    <a:pt x="0" y="9525"/>
                  </a:lnTo>
                  <a:lnTo>
                    <a:pt x="6948551" y="9525"/>
                  </a:lnTo>
                  <a:lnTo>
                    <a:pt x="69485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0" y="474980"/>
              <a:ext cx="9144000" cy="28575"/>
            </a:xfrm>
            <a:custGeom>
              <a:avLst/>
              <a:gdLst/>
              <a:ahLst/>
              <a:cxnLst/>
              <a:rect r="r" b="b" t="t" l="l"/>
              <a:pathLst>
                <a:path h="28575" w="9144000">
                  <a:moveTo>
                    <a:pt x="0" y="0"/>
                  </a:moveTo>
                  <a:lnTo>
                    <a:pt x="0" y="28575"/>
                  </a:lnTo>
                  <a:lnTo>
                    <a:pt x="9144000" y="285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1124585"/>
              <a:ext cx="6605651" cy="9525"/>
            </a:xfrm>
            <a:custGeom>
              <a:avLst/>
              <a:gdLst/>
              <a:ahLst/>
              <a:cxnLst/>
              <a:rect r="r" b="b" t="t" l="l"/>
              <a:pathLst>
                <a:path h="9525" w="6605651">
                  <a:moveTo>
                    <a:pt x="0" y="0"/>
                  </a:moveTo>
                  <a:lnTo>
                    <a:pt x="0" y="9525"/>
                  </a:lnTo>
                  <a:lnTo>
                    <a:pt x="6605651" y="9525"/>
                  </a:lnTo>
                  <a:lnTo>
                    <a:pt x="6605651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6669151" y="1124585"/>
              <a:ext cx="2538349" cy="9525"/>
            </a:xfrm>
            <a:custGeom>
              <a:avLst/>
              <a:gdLst/>
              <a:ahLst/>
              <a:cxnLst/>
              <a:rect r="r" b="b" t="t" l="l"/>
              <a:pathLst>
                <a:path h="9525" w="2538349">
                  <a:moveTo>
                    <a:pt x="0" y="0"/>
                  </a:moveTo>
                  <a:lnTo>
                    <a:pt x="0" y="9525"/>
                  </a:lnTo>
                  <a:lnTo>
                    <a:pt x="2538349" y="9525"/>
                  </a:lnTo>
                  <a:lnTo>
                    <a:pt x="253834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1726438"/>
              <a:ext cx="6605651" cy="9525"/>
            </a:xfrm>
            <a:custGeom>
              <a:avLst/>
              <a:gdLst/>
              <a:ahLst/>
              <a:cxnLst/>
              <a:rect r="r" b="b" t="t" l="l"/>
              <a:pathLst>
                <a:path h="9525" w="6605651">
                  <a:moveTo>
                    <a:pt x="0" y="0"/>
                  </a:moveTo>
                  <a:lnTo>
                    <a:pt x="0" y="9525"/>
                  </a:lnTo>
                  <a:lnTo>
                    <a:pt x="6605651" y="9525"/>
                  </a:lnTo>
                  <a:lnTo>
                    <a:pt x="6605651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6669151" y="1726438"/>
              <a:ext cx="2538349" cy="9525"/>
            </a:xfrm>
            <a:custGeom>
              <a:avLst/>
              <a:gdLst/>
              <a:ahLst/>
              <a:cxnLst/>
              <a:rect r="r" b="b" t="t" l="l"/>
              <a:pathLst>
                <a:path h="9525" w="2538349">
                  <a:moveTo>
                    <a:pt x="0" y="0"/>
                  </a:moveTo>
                  <a:lnTo>
                    <a:pt x="0" y="9525"/>
                  </a:lnTo>
                  <a:lnTo>
                    <a:pt x="2538349" y="9525"/>
                  </a:lnTo>
                  <a:lnTo>
                    <a:pt x="253834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54664" y="2256025"/>
            <a:ext cx="374018" cy="45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 ba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7426" y="1844573"/>
            <a:ext cx="719919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 perfil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6355" y="2484625"/>
            <a:ext cx="963092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Descripción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857776" y="2484625"/>
            <a:ext cx="766401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448756" y="2484625"/>
            <a:ext cx="1299724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Salida Esperada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23791" y="2484625"/>
            <a:ext cx="45788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¿OK?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85434" y="2484625"/>
            <a:ext cx="1206598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Observaciones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5748" y="3002290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04825" y="2895286"/>
            <a:ext cx="1459040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en ver perfil dentro del index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09800" y="3104836"/>
            <a:ext cx="958644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Estar logeado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314825" y="3104836"/>
            <a:ext cx="1104767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Entrar a tu perfil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915025" y="3104836"/>
            <a:ext cx="23302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638925" y="3104836"/>
            <a:ext cx="1805216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Componente no finalizado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0" y="-2423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1478661"/>
            <a:ext cx="9270997" cy="2172853"/>
            <a:chOff x="0" y="0"/>
            <a:chExt cx="9271000" cy="21728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77724"/>
              <a:ext cx="3009900" cy="411480"/>
            </a:xfrm>
            <a:custGeom>
              <a:avLst/>
              <a:gdLst/>
              <a:ahLst/>
              <a:cxnLst/>
              <a:rect r="r" b="b" t="t" l="l"/>
              <a:pathLst>
                <a:path h="41148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489204"/>
              <a:ext cx="657225" cy="411480"/>
            </a:xfrm>
            <a:custGeom>
              <a:avLst/>
              <a:gdLst/>
              <a:ahLst/>
              <a:cxnLst/>
              <a:rect r="r" b="b" t="t" l="l"/>
              <a:pathLst>
                <a:path h="411480" w="657225">
                  <a:moveTo>
                    <a:pt x="0" y="0"/>
                  </a:moveTo>
                  <a:lnTo>
                    <a:pt x="657225" y="0"/>
                  </a:lnTo>
                  <a:lnTo>
                    <a:pt x="6572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20725" y="489204"/>
              <a:ext cx="2352675" cy="411480"/>
            </a:xfrm>
            <a:custGeom>
              <a:avLst/>
              <a:gdLst/>
              <a:ahLst/>
              <a:cxnLst/>
              <a:rect r="r" b="b" t="t" l="l"/>
              <a:pathLst>
                <a:path h="411480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73400" y="489204"/>
              <a:ext cx="2914650" cy="411480"/>
            </a:xfrm>
            <a:custGeom>
              <a:avLst/>
              <a:gdLst/>
              <a:ahLst/>
              <a:cxnLst/>
              <a:rect r="r" b="b" t="t" l="l"/>
              <a:pathLst>
                <a:path h="41148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988050" y="489204"/>
              <a:ext cx="2219325" cy="411480"/>
            </a:xfrm>
            <a:custGeom>
              <a:avLst/>
              <a:gdLst/>
              <a:ahLst/>
              <a:cxnLst/>
              <a:rect r="r" b="b" t="t" l="l"/>
              <a:pathLst>
                <a:path h="411480" w="2219325">
                  <a:moveTo>
                    <a:pt x="0" y="0"/>
                  </a:moveTo>
                  <a:lnTo>
                    <a:pt x="2219325" y="0"/>
                  </a:lnTo>
                  <a:lnTo>
                    <a:pt x="22193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207375" y="489204"/>
              <a:ext cx="1000125" cy="411480"/>
            </a:xfrm>
            <a:custGeom>
              <a:avLst/>
              <a:gdLst/>
              <a:ahLst/>
              <a:cxnLst/>
              <a:rect r="r" b="b" t="t" l="l"/>
              <a:pathLst>
                <a:path h="41148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07375" y="900684"/>
              <a:ext cx="1000125" cy="392430"/>
            </a:xfrm>
            <a:custGeom>
              <a:avLst/>
              <a:gdLst/>
              <a:ahLst/>
              <a:cxnLst/>
              <a:rect r="r" b="b" t="t" l="l"/>
              <a:pathLst>
                <a:path h="39243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392430"/>
                  </a:lnTo>
                  <a:lnTo>
                    <a:pt x="0" y="392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207375" y="1293114"/>
              <a:ext cx="1000125" cy="811530"/>
            </a:xfrm>
            <a:custGeom>
              <a:avLst/>
              <a:gdLst/>
              <a:ahLst/>
              <a:cxnLst/>
              <a:rect r="r" b="b" t="t" l="l"/>
              <a:pathLst>
                <a:path h="81153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811530"/>
                  </a:lnTo>
                  <a:lnTo>
                    <a:pt x="0" y="811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14224" cy="2045843"/>
            </a:xfrm>
            <a:custGeom>
              <a:avLst/>
              <a:gdLst/>
              <a:ahLst/>
              <a:cxnLst/>
              <a:rect r="r" b="b" t="t" l="l"/>
              <a:pathLst>
                <a:path h="2045843" w="14224">
                  <a:moveTo>
                    <a:pt x="0" y="0"/>
                  </a:moveTo>
                  <a:lnTo>
                    <a:pt x="0" y="2045843"/>
                  </a:lnTo>
                  <a:lnTo>
                    <a:pt x="14224" y="2045843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15899" y="474980"/>
              <a:ext cx="9525" cy="813435"/>
            </a:xfrm>
            <a:custGeom>
              <a:avLst/>
              <a:gdLst/>
              <a:ahLst/>
              <a:cxnLst/>
              <a:rect r="r" b="b" t="t" l="l"/>
              <a:pathLst>
                <a:path h="813435" w="9525">
                  <a:moveTo>
                    <a:pt x="9525" y="0"/>
                  </a:moveTo>
                  <a:lnTo>
                    <a:pt x="9525" y="813435"/>
                  </a:lnTo>
                  <a:lnTo>
                    <a:pt x="0" y="813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715899" y="1288288"/>
              <a:ext cx="9525" cy="821055"/>
            </a:xfrm>
            <a:custGeom>
              <a:avLst/>
              <a:gdLst/>
              <a:ahLst/>
              <a:cxnLst/>
              <a:rect r="r" b="b" t="t" l="l"/>
              <a:pathLst>
                <a:path h="821055" w="9525">
                  <a:moveTo>
                    <a:pt x="9525" y="0"/>
                  </a:moveTo>
                  <a:lnTo>
                    <a:pt x="9525" y="821055"/>
                  </a:lnTo>
                  <a:lnTo>
                    <a:pt x="0" y="8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059049" y="63500"/>
              <a:ext cx="28575" cy="440055"/>
            </a:xfrm>
            <a:custGeom>
              <a:avLst/>
              <a:gdLst/>
              <a:ahLst/>
              <a:cxnLst/>
              <a:rect r="r" b="b" t="t" l="l"/>
              <a:pathLst>
                <a:path h="440055" w="28575">
                  <a:moveTo>
                    <a:pt x="28575" y="0"/>
                  </a:moveTo>
                  <a:lnTo>
                    <a:pt x="28575" y="440055"/>
                  </a:lnTo>
                  <a:lnTo>
                    <a:pt x="0" y="440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068701" y="503555"/>
              <a:ext cx="9525" cy="784860"/>
            </a:xfrm>
            <a:custGeom>
              <a:avLst/>
              <a:gdLst/>
              <a:ahLst/>
              <a:cxnLst/>
              <a:rect r="r" b="b" t="t" l="l"/>
              <a:pathLst>
                <a:path h="784860" w="9525">
                  <a:moveTo>
                    <a:pt x="9525" y="0"/>
                  </a:moveTo>
                  <a:lnTo>
                    <a:pt x="9525" y="784860"/>
                  </a:lnTo>
                  <a:lnTo>
                    <a:pt x="0" y="7848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068701" y="1288288"/>
              <a:ext cx="9525" cy="821055"/>
            </a:xfrm>
            <a:custGeom>
              <a:avLst/>
              <a:gdLst/>
              <a:ahLst/>
              <a:cxnLst/>
              <a:rect r="r" b="b" t="t" l="l"/>
              <a:pathLst>
                <a:path h="821055" w="9525">
                  <a:moveTo>
                    <a:pt x="9525" y="0"/>
                  </a:moveTo>
                  <a:lnTo>
                    <a:pt x="9525" y="821055"/>
                  </a:lnTo>
                  <a:lnTo>
                    <a:pt x="0" y="821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983351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983351" y="474980"/>
              <a:ext cx="9525" cy="1634363"/>
            </a:xfrm>
            <a:custGeom>
              <a:avLst/>
              <a:gdLst/>
              <a:ahLst/>
              <a:cxnLst/>
              <a:rect r="r" b="b" t="t" l="l"/>
              <a:pathLst>
                <a:path h="1634363" w="9525">
                  <a:moveTo>
                    <a:pt x="9525" y="0"/>
                  </a:moveTo>
                  <a:lnTo>
                    <a:pt x="9525" y="1634363"/>
                  </a:lnTo>
                  <a:lnTo>
                    <a:pt x="0" y="1634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202549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8202549" y="474980"/>
              <a:ext cx="9525" cy="1634363"/>
            </a:xfrm>
            <a:custGeom>
              <a:avLst/>
              <a:gdLst/>
              <a:ahLst/>
              <a:cxnLst/>
              <a:rect r="r" b="b" t="t" l="l"/>
              <a:pathLst>
                <a:path h="1634363" w="9525">
                  <a:moveTo>
                    <a:pt x="9525" y="0"/>
                  </a:moveTo>
                  <a:lnTo>
                    <a:pt x="9525" y="1634363"/>
                  </a:lnTo>
                  <a:lnTo>
                    <a:pt x="0" y="1634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202674" y="73025"/>
              <a:ext cx="4826" cy="401955"/>
            </a:xfrm>
            <a:custGeom>
              <a:avLst/>
              <a:gdLst/>
              <a:ahLst/>
              <a:cxnLst/>
              <a:rect r="r" b="b" t="t" l="l"/>
              <a:pathLst>
                <a:path h="401955" w="4826">
                  <a:moveTo>
                    <a:pt x="0" y="0"/>
                  </a:moveTo>
                  <a:lnTo>
                    <a:pt x="0" y="401955"/>
                  </a:lnTo>
                  <a:lnTo>
                    <a:pt x="4826" y="40195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9202674" y="474980"/>
              <a:ext cx="4826" cy="421005"/>
            </a:xfrm>
            <a:custGeom>
              <a:avLst/>
              <a:gdLst/>
              <a:ahLst/>
              <a:cxnLst/>
              <a:rect r="r" b="b" t="t" l="l"/>
              <a:pathLst>
                <a:path h="421005" w="4826">
                  <a:moveTo>
                    <a:pt x="0" y="0"/>
                  </a:moveTo>
                  <a:lnTo>
                    <a:pt x="0" y="421005"/>
                  </a:lnTo>
                  <a:lnTo>
                    <a:pt x="4826" y="42100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9202674" y="895985"/>
              <a:ext cx="4826" cy="1213358"/>
            </a:xfrm>
            <a:custGeom>
              <a:avLst/>
              <a:gdLst/>
              <a:ahLst/>
              <a:cxnLst/>
              <a:rect r="r" b="b" t="t" l="l"/>
              <a:pathLst>
                <a:path h="1213358" w="4826">
                  <a:moveTo>
                    <a:pt x="0" y="0"/>
                  </a:moveTo>
                  <a:lnTo>
                    <a:pt x="0" y="1213358"/>
                  </a:lnTo>
                  <a:lnTo>
                    <a:pt x="4826" y="1213358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3024124" cy="28575"/>
            </a:xfrm>
            <a:custGeom>
              <a:avLst/>
              <a:gdLst/>
              <a:ahLst/>
              <a:cxnLst/>
              <a:rect r="r" b="b" t="t" l="l"/>
              <a:pathLst>
                <a:path h="28575" w="3024124">
                  <a:moveTo>
                    <a:pt x="0" y="0"/>
                  </a:moveTo>
                  <a:lnTo>
                    <a:pt x="0" y="28575"/>
                  </a:lnTo>
                  <a:lnTo>
                    <a:pt x="3024124" y="28575"/>
                  </a:lnTo>
                  <a:lnTo>
                    <a:pt x="30241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087624" y="73025"/>
              <a:ext cx="6119876" cy="9525"/>
            </a:xfrm>
            <a:custGeom>
              <a:avLst/>
              <a:gdLst/>
              <a:ahLst/>
              <a:cxnLst/>
              <a:rect r="r" b="b" t="t" l="l"/>
              <a:pathLst>
                <a:path h="9525" w="6119876">
                  <a:moveTo>
                    <a:pt x="0" y="0"/>
                  </a:moveTo>
                  <a:lnTo>
                    <a:pt x="0" y="9525"/>
                  </a:lnTo>
                  <a:lnTo>
                    <a:pt x="6119876" y="9525"/>
                  </a:lnTo>
                  <a:lnTo>
                    <a:pt x="611987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474980"/>
              <a:ext cx="9144000" cy="28575"/>
            </a:xfrm>
            <a:custGeom>
              <a:avLst/>
              <a:gdLst/>
              <a:ahLst/>
              <a:cxnLst/>
              <a:rect r="r" b="b" t="t" l="l"/>
              <a:pathLst>
                <a:path h="28575" w="9144000">
                  <a:moveTo>
                    <a:pt x="0" y="0"/>
                  </a:moveTo>
                  <a:lnTo>
                    <a:pt x="0" y="28575"/>
                  </a:lnTo>
                  <a:lnTo>
                    <a:pt x="9144000" y="285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895985"/>
              <a:ext cx="9144000" cy="9525"/>
            </a:xfrm>
            <a:custGeom>
              <a:avLst/>
              <a:gdLst/>
              <a:ahLst/>
              <a:cxnLst/>
              <a:rect r="r" b="b" t="t" l="l"/>
              <a:pathLst>
                <a:path h="9525" w="9144000">
                  <a:moveTo>
                    <a:pt x="0" y="0"/>
                  </a:move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0" y="1288288"/>
              <a:ext cx="652526" cy="9525"/>
            </a:xfrm>
            <a:custGeom>
              <a:avLst/>
              <a:gdLst/>
              <a:ahLst/>
              <a:cxnLst/>
              <a:rect r="r" b="b" t="t" l="l"/>
              <a:pathLst>
                <a:path h="9525" w="652526">
                  <a:moveTo>
                    <a:pt x="0" y="0"/>
                  </a:moveTo>
                  <a:lnTo>
                    <a:pt x="0" y="9525"/>
                  </a:lnTo>
                  <a:lnTo>
                    <a:pt x="652526" y="9525"/>
                  </a:lnTo>
                  <a:lnTo>
                    <a:pt x="6525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716026" y="1288288"/>
              <a:ext cx="2352675" cy="9525"/>
            </a:xfrm>
            <a:custGeom>
              <a:avLst/>
              <a:gdLst/>
              <a:ahLst/>
              <a:cxnLst/>
              <a:rect r="r" b="b" t="t" l="l"/>
              <a:pathLst>
                <a:path h="9525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068701" y="1288288"/>
              <a:ext cx="6138799" cy="9525"/>
            </a:xfrm>
            <a:custGeom>
              <a:avLst/>
              <a:gdLst/>
              <a:ahLst/>
              <a:cxnLst/>
              <a:rect r="r" b="b" t="t" l="l"/>
              <a:pathLst>
                <a:path h="9525" w="6138799">
                  <a:moveTo>
                    <a:pt x="0" y="0"/>
                  </a:moveTo>
                  <a:lnTo>
                    <a:pt x="0" y="9525"/>
                  </a:lnTo>
                  <a:lnTo>
                    <a:pt x="6138799" y="9525"/>
                  </a:lnTo>
                  <a:lnTo>
                    <a:pt x="6138799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63500" y="2099818"/>
              <a:ext cx="652526" cy="9525"/>
            </a:xfrm>
            <a:custGeom>
              <a:avLst/>
              <a:gdLst/>
              <a:ahLst/>
              <a:cxnLst/>
              <a:rect r="r" b="b" t="t" l="l"/>
              <a:pathLst>
                <a:path h="9525" w="652526">
                  <a:moveTo>
                    <a:pt x="0" y="0"/>
                  </a:moveTo>
                  <a:lnTo>
                    <a:pt x="0" y="9525"/>
                  </a:lnTo>
                  <a:lnTo>
                    <a:pt x="652526" y="9525"/>
                  </a:lnTo>
                  <a:lnTo>
                    <a:pt x="6525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716026" y="2099818"/>
              <a:ext cx="2352675" cy="9525"/>
            </a:xfrm>
            <a:custGeom>
              <a:avLst/>
              <a:gdLst/>
              <a:ahLst/>
              <a:cxnLst/>
              <a:rect r="r" b="b" t="t" l="l"/>
              <a:pathLst>
                <a:path h="9525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999999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068701" y="2099818"/>
              <a:ext cx="6138799" cy="9525"/>
            </a:xfrm>
            <a:custGeom>
              <a:avLst/>
              <a:gdLst/>
              <a:ahLst/>
              <a:cxnLst/>
              <a:rect r="r" b="b" t="t" l="l"/>
              <a:pathLst>
                <a:path h="9525" w="6138799">
                  <a:moveTo>
                    <a:pt x="0" y="0"/>
                  </a:moveTo>
                  <a:lnTo>
                    <a:pt x="0" y="9525"/>
                  </a:lnTo>
                  <a:lnTo>
                    <a:pt x="6138799" y="9525"/>
                  </a:lnTo>
                  <a:lnTo>
                    <a:pt x="6138799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48844" y="2067449"/>
            <a:ext cx="570376" cy="61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</a:t>
            </a:r>
          </a:p>
          <a:p>
            <a:pPr algn="ctr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49097" y="1522647"/>
            <a:ext cx="1337281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Hacer cotizacion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1180" y="1934099"/>
            <a:ext cx="963092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Descripción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091264" y="2067449"/>
            <a:ext cx="766401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396619" y="2067449"/>
            <a:ext cx="1299724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Salida Esperada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419328" y="2067449"/>
            <a:ext cx="45788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¿OK?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6236" y="3082290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85800" y="2478110"/>
            <a:ext cx="1916982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en el input de valor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85800" y="3074365"/>
            <a:ext cx="208969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en el boton de cotizar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038475" y="3289611"/>
            <a:ext cx="2029377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Ingresar dato dentro del input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038475" y="2478110"/>
            <a:ext cx="263391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Estar dentro del detalle de publicaicon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953125" y="2870511"/>
            <a:ext cx="2046475" cy="61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Recargar la pagina y mostrar en el historial la cotizacion realizada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172450" y="3289611"/>
            <a:ext cx="103527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1781537"/>
            <a:ext cx="9270997" cy="1570901"/>
            <a:chOff x="0" y="0"/>
            <a:chExt cx="9271000" cy="15709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77724"/>
              <a:ext cx="3009900" cy="411480"/>
            </a:xfrm>
            <a:custGeom>
              <a:avLst/>
              <a:gdLst/>
              <a:ahLst/>
              <a:cxnLst/>
              <a:rect r="r" b="b" t="t" l="l"/>
              <a:pathLst>
                <a:path h="41148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489204"/>
              <a:ext cx="657225" cy="411480"/>
            </a:xfrm>
            <a:custGeom>
              <a:avLst/>
              <a:gdLst/>
              <a:ahLst/>
              <a:cxnLst/>
              <a:rect r="r" b="b" t="t" l="l"/>
              <a:pathLst>
                <a:path h="411480" w="657225">
                  <a:moveTo>
                    <a:pt x="0" y="0"/>
                  </a:moveTo>
                  <a:lnTo>
                    <a:pt x="657225" y="0"/>
                  </a:lnTo>
                  <a:lnTo>
                    <a:pt x="6572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20725" y="489204"/>
              <a:ext cx="2352675" cy="411480"/>
            </a:xfrm>
            <a:custGeom>
              <a:avLst/>
              <a:gdLst/>
              <a:ahLst/>
              <a:cxnLst/>
              <a:rect r="r" b="b" t="t" l="l"/>
              <a:pathLst>
                <a:path h="411480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73400" y="489204"/>
              <a:ext cx="2914650" cy="411480"/>
            </a:xfrm>
            <a:custGeom>
              <a:avLst/>
              <a:gdLst/>
              <a:ahLst/>
              <a:cxnLst/>
              <a:rect r="r" b="b" t="t" l="l"/>
              <a:pathLst>
                <a:path h="41148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988050" y="489204"/>
              <a:ext cx="2219325" cy="411480"/>
            </a:xfrm>
            <a:custGeom>
              <a:avLst/>
              <a:gdLst/>
              <a:ahLst/>
              <a:cxnLst/>
              <a:rect r="r" b="b" t="t" l="l"/>
              <a:pathLst>
                <a:path h="411480" w="2219325">
                  <a:moveTo>
                    <a:pt x="0" y="0"/>
                  </a:moveTo>
                  <a:lnTo>
                    <a:pt x="2219325" y="0"/>
                  </a:lnTo>
                  <a:lnTo>
                    <a:pt x="22193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207375" y="489204"/>
              <a:ext cx="1000125" cy="411480"/>
            </a:xfrm>
            <a:custGeom>
              <a:avLst/>
              <a:gdLst/>
              <a:ahLst/>
              <a:cxnLst/>
              <a:rect r="r" b="b" t="t" l="l"/>
              <a:pathLst>
                <a:path h="41148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07375" y="900684"/>
              <a:ext cx="1000125" cy="601980"/>
            </a:xfrm>
            <a:custGeom>
              <a:avLst/>
              <a:gdLst/>
              <a:ahLst/>
              <a:cxnLst/>
              <a:rect r="r" b="b" t="t" l="l"/>
              <a:pathLst>
                <a:path h="60198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601980"/>
                  </a:lnTo>
                  <a:lnTo>
                    <a:pt x="0" y="601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4224" cy="1443863"/>
            </a:xfrm>
            <a:custGeom>
              <a:avLst/>
              <a:gdLst/>
              <a:ahLst/>
              <a:cxnLst/>
              <a:rect r="r" b="b" t="t" l="l"/>
              <a:pathLst>
                <a:path h="1443863" w="14224">
                  <a:moveTo>
                    <a:pt x="0" y="0"/>
                  </a:moveTo>
                  <a:lnTo>
                    <a:pt x="0" y="1443863"/>
                  </a:lnTo>
                  <a:lnTo>
                    <a:pt x="14224" y="1443863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15899" y="474980"/>
              <a:ext cx="9525" cy="1032383"/>
            </a:xfrm>
            <a:custGeom>
              <a:avLst/>
              <a:gdLst/>
              <a:ahLst/>
              <a:cxnLst/>
              <a:rect r="r" b="b" t="t" l="l"/>
              <a:pathLst>
                <a:path h="1032383" w="9525">
                  <a:moveTo>
                    <a:pt x="9525" y="0"/>
                  </a:moveTo>
                  <a:lnTo>
                    <a:pt x="9525" y="1032383"/>
                  </a:lnTo>
                  <a:lnTo>
                    <a:pt x="0" y="1032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59049" y="63500"/>
              <a:ext cx="28575" cy="440055"/>
            </a:xfrm>
            <a:custGeom>
              <a:avLst/>
              <a:gdLst/>
              <a:ahLst/>
              <a:cxnLst/>
              <a:rect r="r" b="b" t="t" l="l"/>
              <a:pathLst>
                <a:path h="440055" w="28575">
                  <a:moveTo>
                    <a:pt x="28575" y="0"/>
                  </a:moveTo>
                  <a:lnTo>
                    <a:pt x="28575" y="440055"/>
                  </a:lnTo>
                  <a:lnTo>
                    <a:pt x="0" y="440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68701" y="503555"/>
              <a:ext cx="9525" cy="1003935"/>
            </a:xfrm>
            <a:custGeom>
              <a:avLst/>
              <a:gdLst/>
              <a:ahLst/>
              <a:cxnLst/>
              <a:rect r="r" b="b" t="t" l="l"/>
              <a:pathLst>
                <a:path h="1003935" w="9525">
                  <a:moveTo>
                    <a:pt x="9525" y="0"/>
                  </a:moveTo>
                  <a:lnTo>
                    <a:pt x="9525" y="1003935"/>
                  </a:lnTo>
                  <a:lnTo>
                    <a:pt x="0" y="1003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983351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983351" y="474980"/>
              <a:ext cx="9525" cy="1032383"/>
            </a:xfrm>
            <a:custGeom>
              <a:avLst/>
              <a:gdLst/>
              <a:ahLst/>
              <a:cxnLst/>
              <a:rect r="r" b="b" t="t" l="l"/>
              <a:pathLst>
                <a:path h="1032383" w="9525">
                  <a:moveTo>
                    <a:pt x="9525" y="0"/>
                  </a:moveTo>
                  <a:lnTo>
                    <a:pt x="9525" y="1032383"/>
                  </a:lnTo>
                  <a:lnTo>
                    <a:pt x="0" y="1032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202549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202549" y="474980"/>
              <a:ext cx="9525" cy="1032383"/>
            </a:xfrm>
            <a:custGeom>
              <a:avLst/>
              <a:gdLst/>
              <a:ahLst/>
              <a:cxnLst/>
              <a:rect r="r" b="b" t="t" l="l"/>
              <a:pathLst>
                <a:path h="1032383" w="9525">
                  <a:moveTo>
                    <a:pt x="9525" y="0"/>
                  </a:moveTo>
                  <a:lnTo>
                    <a:pt x="9525" y="1032383"/>
                  </a:lnTo>
                  <a:lnTo>
                    <a:pt x="0" y="1032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202674" y="73025"/>
              <a:ext cx="4826" cy="401955"/>
            </a:xfrm>
            <a:custGeom>
              <a:avLst/>
              <a:gdLst/>
              <a:ahLst/>
              <a:cxnLst/>
              <a:rect r="r" b="b" t="t" l="l"/>
              <a:pathLst>
                <a:path h="401955" w="4826">
                  <a:moveTo>
                    <a:pt x="0" y="0"/>
                  </a:moveTo>
                  <a:lnTo>
                    <a:pt x="0" y="401955"/>
                  </a:lnTo>
                  <a:lnTo>
                    <a:pt x="4826" y="40195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202674" y="474980"/>
              <a:ext cx="4826" cy="421005"/>
            </a:xfrm>
            <a:custGeom>
              <a:avLst/>
              <a:gdLst/>
              <a:ahLst/>
              <a:cxnLst/>
              <a:rect r="r" b="b" t="t" l="l"/>
              <a:pathLst>
                <a:path h="421005" w="4826">
                  <a:moveTo>
                    <a:pt x="0" y="0"/>
                  </a:moveTo>
                  <a:lnTo>
                    <a:pt x="0" y="421005"/>
                  </a:lnTo>
                  <a:lnTo>
                    <a:pt x="4826" y="42100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202674" y="895985"/>
              <a:ext cx="4826" cy="611505"/>
            </a:xfrm>
            <a:custGeom>
              <a:avLst/>
              <a:gdLst/>
              <a:ahLst/>
              <a:cxnLst/>
              <a:rect r="r" b="b" t="t" l="l"/>
              <a:pathLst>
                <a:path h="611505" w="4826">
                  <a:moveTo>
                    <a:pt x="0" y="0"/>
                  </a:moveTo>
                  <a:lnTo>
                    <a:pt x="0" y="611505"/>
                  </a:lnTo>
                  <a:lnTo>
                    <a:pt x="4826" y="61150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024124" cy="28575"/>
            </a:xfrm>
            <a:custGeom>
              <a:avLst/>
              <a:gdLst/>
              <a:ahLst/>
              <a:cxnLst/>
              <a:rect r="r" b="b" t="t" l="l"/>
              <a:pathLst>
                <a:path h="28575" w="3024124">
                  <a:moveTo>
                    <a:pt x="0" y="0"/>
                  </a:moveTo>
                  <a:lnTo>
                    <a:pt x="0" y="28575"/>
                  </a:lnTo>
                  <a:lnTo>
                    <a:pt x="3024124" y="28575"/>
                  </a:lnTo>
                  <a:lnTo>
                    <a:pt x="30241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087624" y="73025"/>
              <a:ext cx="6119876" cy="9525"/>
            </a:xfrm>
            <a:custGeom>
              <a:avLst/>
              <a:gdLst/>
              <a:ahLst/>
              <a:cxnLst/>
              <a:rect r="r" b="b" t="t" l="l"/>
              <a:pathLst>
                <a:path h="9525" w="6119876">
                  <a:moveTo>
                    <a:pt x="0" y="0"/>
                  </a:moveTo>
                  <a:lnTo>
                    <a:pt x="0" y="9525"/>
                  </a:lnTo>
                  <a:lnTo>
                    <a:pt x="6119876" y="9525"/>
                  </a:lnTo>
                  <a:lnTo>
                    <a:pt x="611987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474980"/>
              <a:ext cx="9144000" cy="28575"/>
            </a:xfrm>
            <a:custGeom>
              <a:avLst/>
              <a:gdLst/>
              <a:ahLst/>
              <a:cxnLst/>
              <a:rect r="r" b="b" t="t" l="l"/>
              <a:pathLst>
                <a:path h="28575" w="9144000">
                  <a:moveTo>
                    <a:pt x="0" y="0"/>
                  </a:moveTo>
                  <a:lnTo>
                    <a:pt x="0" y="28575"/>
                  </a:lnTo>
                  <a:lnTo>
                    <a:pt x="9144000" y="285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895985"/>
              <a:ext cx="9144000" cy="9525"/>
            </a:xfrm>
            <a:custGeom>
              <a:avLst/>
              <a:gdLst/>
              <a:ahLst/>
              <a:cxnLst/>
              <a:rect r="r" b="b" t="t" l="l"/>
              <a:pathLst>
                <a:path h="9525" w="9144000">
                  <a:moveTo>
                    <a:pt x="0" y="0"/>
                  </a:move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1497838"/>
              <a:ext cx="9144000" cy="9525"/>
            </a:xfrm>
            <a:custGeom>
              <a:avLst/>
              <a:gdLst/>
              <a:ahLst/>
              <a:cxnLst/>
              <a:rect r="r" b="b" t="t" l="l"/>
              <a:pathLst>
                <a:path h="9525" w="9144000">
                  <a:moveTo>
                    <a:pt x="0" y="0"/>
                  </a:move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48844" y="2370325"/>
            <a:ext cx="57037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7882" y="1825523"/>
            <a:ext cx="1420978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Crear publicacion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1180" y="2236975"/>
            <a:ext cx="963092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91264" y="2370325"/>
            <a:ext cx="766401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96619" y="2370325"/>
            <a:ext cx="1299724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Salida Esperada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19328" y="2370325"/>
            <a:ext cx="45788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¿OK?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86236" y="2887990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5800" y="2990536"/>
            <a:ext cx="1995021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en crear publicacion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38475" y="2780986"/>
            <a:ext cx="2408825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Ingresar titulo, descripcion, precio, imagenes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53125" y="2990536"/>
            <a:ext cx="1934861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Redireccion a publicaciones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72450" y="2990536"/>
            <a:ext cx="103527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63503" y="1781537"/>
            <a:ext cx="9270997" cy="1570901"/>
            <a:chOff x="0" y="0"/>
            <a:chExt cx="9271000" cy="15709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77724"/>
              <a:ext cx="3009900" cy="411480"/>
            </a:xfrm>
            <a:custGeom>
              <a:avLst/>
              <a:gdLst/>
              <a:ahLst/>
              <a:cxnLst/>
              <a:rect r="r" b="b" t="t" l="l"/>
              <a:pathLst>
                <a:path h="41148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489204"/>
              <a:ext cx="657225" cy="411480"/>
            </a:xfrm>
            <a:custGeom>
              <a:avLst/>
              <a:gdLst/>
              <a:ahLst/>
              <a:cxnLst/>
              <a:rect r="r" b="b" t="t" l="l"/>
              <a:pathLst>
                <a:path h="411480" w="657225">
                  <a:moveTo>
                    <a:pt x="0" y="0"/>
                  </a:moveTo>
                  <a:lnTo>
                    <a:pt x="657225" y="0"/>
                  </a:lnTo>
                  <a:lnTo>
                    <a:pt x="6572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20725" y="489204"/>
              <a:ext cx="2352675" cy="411480"/>
            </a:xfrm>
            <a:custGeom>
              <a:avLst/>
              <a:gdLst/>
              <a:ahLst/>
              <a:cxnLst/>
              <a:rect r="r" b="b" t="t" l="l"/>
              <a:pathLst>
                <a:path h="411480" w="2352675">
                  <a:moveTo>
                    <a:pt x="0" y="0"/>
                  </a:moveTo>
                  <a:lnTo>
                    <a:pt x="2352675" y="0"/>
                  </a:lnTo>
                  <a:lnTo>
                    <a:pt x="235267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73400" y="489204"/>
              <a:ext cx="2914650" cy="411480"/>
            </a:xfrm>
            <a:custGeom>
              <a:avLst/>
              <a:gdLst/>
              <a:ahLst/>
              <a:cxnLst/>
              <a:rect r="r" b="b" t="t" l="l"/>
              <a:pathLst>
                <a:path h="411480" w="2914650">
                  <a:moveTo>
                    <a:pt x="0" y="0"/>
                  </a:moveTo>
                  <a:lnTo>
                    <a:pt x="2914650" y="0"/>
                  </a:lnTo>
                  <a:lnTo>
                    <a:pt x="2914650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988050" y="489204"/>
              <a:ext cx="2219325" cy="411480"/>
            </a:xfrm>
            <a:custGeom>
              <a:avLst/>
              <a:gdLst/>
              <a:ahLst/>
              <a:cxnLst/>
              <a:rect r="r" b="b" t="t" l="l"/>
              <a:pathLst>
                <a:path h="411480" w="2219325">
                  <a:moveTo>
                    <a:pt x="0" y="0"/>
                  </a:moveTo>
                  <a:lnTo>
                    <a:pt x="2219325" y="0"/>
                  </a:lnTo>
                  <a:lnTo>
                    <a:pt x="22193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207375" y="489204"/>
              <a:ext cx="1000125" cy="411480"/>
            </a:xfrm>
            <a:custGeom>
              <a:avLst/>
              <a:gdLst/>
              <a:ahLst/>
              <a:cxnLst/>
              <a:rect r="r" b="b" t="t" l="l"/>
              <a:pathLst>
                <a:path h="41148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411480"/>
                  </a:lnTo>
                  <a:lnTo>
                    <a:pt x="0" y="411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207375" y="900684"/>
              <a:ext cx="1000125" cy="601980"/>
            </a:xfrm>
            <a:custGeom>
              <a:avLst/>
              <a:gdLst/>
              <a:ahLst/>
              <a:cxnLst/>
              <a:rect r="r" b="b" t="t" l="l"/>
              <a:pathLst>
                <a:path h="601980" w="1000125">
                  <a:moveTo>
                    <a:pt x="0" y="0"/>
                  </a:moveTo>
                  <a:lnTo>
                    <a:pt x="1000125" y="0"/>
                  </a:lnTo>
                  <a:lnTo>
                    <a:pt x="1000125" y="601980"/>
                  </a:lnTo>
                  <a:lnTo>
                    <a:pt x="0" y="601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4224" cy="1443863"/>
            </a:xfrm>
            <a:custGeom>
              <a:avLst/>
              <a:gdLst/>
              <a:ahLst/>
              <a:cxnLst/>
              <a:rect r="r" b="b" t="t" l="l"/>
              <a:pathLst>
                <a:path h="1443863" w="14224">
                  <a:moveTo>
                    <a:pt x="0" y="0"/>
                  </a:moveTo>
                  <a:lnTo>
                    <a:pt x="0" y="1443863"/>
                  </a:lnTo>
                  <a:lnTo>
                    <a:pt x="14224" y="1443863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15899" y="474980"/>
              <a:ext cx="9525" cy="1032383"/>
            </a:xfrm>
            <a:custGeom>
              <a:avLst/>
              <a:gdLst/>
              <a:ahLst/>
              <a:cxnLst/>
              <a:rect r="r" b="b" t="t" l="l"/>
              <a:pathLst>
                <a:path h="1032383" w="9525">
                  <a:moveTo>
                    <a:pt x="9525" y="0"/>
                  </a:moveTo>
                  <a:lnTo>
                    <a:pt x="9525" y="1032383"/>
                  </a:lnTo>
                  <a:lnTo>
                    <a:pt x="0" y="1032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59049" y="63500"/>
              <a:ext cx="28575" cy="440055"/>
            </a:xfrm>
            <a:custGeom>
              <a:avLst/>
              <a:gdLst/>
              <a:ahLst/>
              <a:cxnLst/>
              <a:rect r="r" b="b" t="t" l="l"/>
              <a:pathLst>
                <a:path h="440055" w="28575">
                  <a:moveTo>
                    <a:pt x="28575" y="0"/>
                  </a:moveTo>
                  <a:lnTo>
                    <a:pt x="28575" y="440055"/>
                  </a:lnTo>
                  <a:lnTo>
                    <a:pt x="0" y="4400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68701" y="503555"/>
              <a:ext cx="9525" cy="1003935"/>
            </a:xfrm>
            <a:custGeom>
              <a:avLst/>
              <a:gdLst/>
              <a:ahLst/>
              <a:cxnLst/>
              <a:rect r="r" b="b" t="t" l="l"/>
              <a:pathLst>
                <a:path h="1003935" w="9525">
                  <a:moveTo>
                    <a:pt x="9525" y="0"/>
                  </a:moveTo>
                  <a:lnTo>
                    <a:pt x="9525" y="1003935"/>
                  </a:lnTo>
                  <a:lnTo>
                    <a:pt x="0" y="10039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5983351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983351" y="474980"/>
              <a:ext cx="9525" cy="1032383"/>
            </a:xfrm>
            <a:custGeom>
              <a:avLst/>
              <a:gdLst/>
              <a:ahLst/>
              <a:cxnLst/>
              <a:rect r="r" b="b" t="t" l="l"/>
              <a:pathLst>
                <a:path h="1032383" w="9525">
                  <a:moveTo>
                    <a:pt x="9525" y="0"/>
                  </a:moveTo>
                  <a:lnTo>
                    <a:pt x="9525" y="1032383"/>
                  </a:lnTo>
                  <a:lnTo>
                    <a:pt x="0" y="1032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202549" y="73025"/>
              <a:ext cx="9525" cy="401955"/>
            </a:xfrm>
            <a:custGeom>
              <a:avLst/>
              <a:gdLst/>
              <a:ahLst/>
              <a:cxnLst/>
              <a:rect r="r" b="b" t="t" l="l"/>
              <a:pathLst>
                <a:path h="401955" w="9525">
                  <a:moveTo>
                    <a:pt x="9525" y="0"/>
                  </a:moveTo>
                  <a:lnTo>
                    <a:pt x="9525" y="401955"/>
                  </a:lnTo>
                  <a:lnTo>
                    <a:pt x="0" y="401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8202549" y="474980"/>
              <a:ext cx="9525" cy="1032383"/>
            </a:xfrm>
            <a:custGeom>
              <a:avLst/>
              <a:gdLst/>
              <a:ahLst/>
              <a:cxnLst/>
              <a:rect r="r" b="b" t="t" l="l"/>
              <a:pathLst>
                <a:path h="1032383" w="9525">
                  <a:moveTo>
                    <a:pt x="9525" y="0"/>
                  </a:moveTo>
                  <a:lnTo>
                    <a:pt x="9525" y="1032383"/>
                  </a:lnTo>
                  <a:lnTo>
                    <a:pt x="0" y="10323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202674" y="73025"/>
              <a:ext cx="4826" cy="401955"/>
            </a:xfrm>
            <a:custGeom>
              <a:avLst/>
              <a:gdLst/>
              <a:ahLst/>
              <a:cxnLst/>
              <a:rect r="r" b="b" t="t" l="l"/>
              <a:pathLst>
                <a:path h="401955" w="4826">
                  <a:moveTo>
                    <a:pt x="0" y="0"/>
                  </a:moveTo>
                  <a:lnTo>
                    <a:pt x="0" y="401955"/>
                  </a:lnTo>
                  <a:lnTo>
                    <a:pt x="4826" y="40195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202674" y="474980"/>
              <a:ext cx="4826" cy="421005"/>
            </a:xfrm>
            <a:custGeom>
              <a:avLst/>
              <a:gdLst/>
              <a:ahLst/>
              <a:cxnLst/>
              <a:rect r="r" b="b" t="t" l="l"/>
              <a:pathLst>
                <a:path h="421005" w="4826">
                  <a:moveTo>
                    <a:pt x="0" y="0"/>
                  </a:moveTo>
                  <a:lnTo>
                    <a:pt x="0" y="421005"/>
                  </a:lnTo>
                  <a:lnTo>
                    <a:pt x="4826" y="42100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9202674" y="895985"/>
              <a:ext cx="4826" cy="611505"/>
            </a:xfrm>
            <a:custGeom>
              <a:avLst/>
              <a:gdLst/>
              <a:ahLst/>
              <a:cxnLst/>
              <a:rect r="r" b="b" t="t" l="l"/>
              <a:pathLst>
                <a:path h="611505" w="4826">
                  <a:moveTo>
                    <a:pt x="0" y="0"/>
                  </a:moveTo>
                  <a:lnTo>
                    <a:pt x="0" y="611505"/>
                  </a:lnTo>
                  <a:lnTo>
                    <a:pt x="4826" y="611505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3024124" cy="28575"/>
            </a:xfrm>
            <a:custGeom>
              <a:avLst/>
              <a:gdLst/>
              <a:ahLst/>
              <a:cxnLst/>
              <a:rect r="r" b="b" t="t" l="l"/>
              <a:pathLst>
                <a:path h="28575" w="3024124">
                  <a:moveTo>
                    <a:pt x="0" y="0"/>
                  </a:moveTo>
                  <a:lnTo>
                    <a:pt x="0" y="28575"/>
                  </a:lnTo>
                  <a:lnTo>
                    <a:pt x="3024124" y="28575"/>
                  </a:lnTo>
                  <a:lnTo>
                    <a:pt x="3024124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087624" y="73025"/>
              <a:ext cx="6119876" cy="9525"/>
            </a:xfrm>
            <a:custGeom>
              <a:avLst/>
              <a:gdLst/>
              <a:ahLst/>
              <a:cxnLst/>
              <a:rect r="r" b="b" t="t" l="l"/>
              <a:pathLst>
                <a:path h="9525" w="6119876">
                  <a:moveTo>
                    <a:pt x="0" y="0"/>
                  </a:moveTo>
                  <a:lnTo>
                    <a:pt x="0" y="9525"/>
                  </a:lnTo>
                  <a:lnTo>
                    <a:pt x="6119876" y="9525"/>
                  </a:lnTo>
                  <a:lnTo>
                    <a:pt x="611987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500" y="474980"/>
              <a:ext cx="9144000" cy="28575"/>
            </a:xfrm>
            <a:custGeom>
              <a:avLst/>
              <a:gdLst/>
              <a:ahLst/>
              <a:cxnLst/>
              <a:rect r="r" b="b" t="t" l="l"/>
              <a:pathLst>
                <a:path h="28575" w="9144000">
                  <a:moveTo>
                    <a:pt x="0" y="0"/>
                  </a:moveTo>
                  <a:lnTo>
                    <a:pt x="0" y="28575"/>
                  </a:lnTo>
                  <a:lnTo>
                    <a:pt x="9144000" y="2857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895985"/>
              <a:ext cx="9144000" cy="9525"/>
            </a:xfrm>
            <a:custGeom>
              <a:avLst/>
              <a:gdLst/>
              <a:ahLst/>
              <a:cxnLst/>
              <a:rect r="r" b="b" t="t" l="l"/>
              <a:pathLst>
                <a:path h="9525" w="9144000">
                  <a:moveTo>
                    <a:pt x="0" y="0"/>
                  </a:move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1497838"/>
              <a:ext cx="9144000" cy="9525"/>
            </a:xfrm>
            <a:custGeom>
              <a:avLst/>
              <a:gdLst/>
              <a:ahLst/>
              <a:cxnLst/>
              <a:rect r="r" b="b" t="t" l="l"/>
              <a:pathLst>
                <a:path h="9525" w="9144000">
                  <a:moveTo>
                    <a:pt x="0" y="0"/>
                  </a:moveTo>
                  <a:lnTo>
                    <a:pt x="0" y="9525"/>
                  </a:lnTo>
                  <a:lnTo>
                    <a:pt x="9144000" y="9525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3B3B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10629" y="1825523"/>
            <a:ext cx="1822780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 detalle publicacion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844" y="2236975"/>
            <a:ext cx="570376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Prueba</a:t>
            </a: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1180" y="2236975"/>
            <a:ext cx="963092" cy="35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Descripción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91264" y="2370325"/>
            <a:ext cx="766401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Requisito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96619" y="2370325"/>
            <a:ext cx="1299724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Salida Esperada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19328" y="2370325"/>
            <a:ext cx="457886" cy="2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spc="-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¿OK?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86236" y="2887990"/>
            <a:ext cx="86430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5800" y="2990536"/>
            <a:ext cx="1537068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Clickear en ver detalle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38475" y="2990536"/>
            <a:ext cx="1545927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Exista una publicacion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53125" y="2780986"/>
            <a:ext cx="1510798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Entrar al detalle de la publicacion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72450" y="2990536"/>
            <a:ext cx="103527" cy="19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-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X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-5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9270997" cy="5270497"/>
          </a:xfrm>
          <a:custGeom>
            <a:avLst/>
            <a:gdLst/>
            <a:ahLst/>
            <a:cxnLst/>
            <a:rect r="r" b="b" t="t" l="l"/>
            <a:pathLst>
              <a:path h="5270497" w="9270997">
                <a:moveTo>
                  <a:pt x="0" y="0"/>
                </a:moveTo>
                <a:lnTo>
                  <a:pt x="9270997" y="0"/>
                </a:lnTo>
                <a:lnTo>
                  <a:pt x="9270997" y="5270497"/>
                </a:lnTo>
                <a:lnTo>
                  <a:pt x="0" y="5270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5583" y="405951"/>
            <a:ext cx="8492824" cy="4695377"/>
          </a:xfrm>
          <a:custGeom>
            <a:avLst/>
            <a:gdLst/>
            <a:ahLst/>
            <a:cxnLst/>
            <a:rect r="r" b="b" t="t" l="l"/>
            <a:pathLst>
              <a:path h="4695377" w="8492824">
                <a:moveTo>
                  <a:pt x="0" y="0"/>
                </a:moveTo>
                <a:lnTo>
                  <a:pt x="8492824" y="0"/>
                </a:lnTo>
                <a:lnTo>
                  <a:pt x="8492824" y="4695377"/>
                </a:lnTo>
                <a:lnTo>
                  <a:pt x="0" y="4695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17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01197" cy="448123"/>
          </a:xfrm>
          <a:custGeom>
            <a:avLst/>
            <a:gdLst/>
            <a:ahLst/>
            <a:cxnLst/>
            <a:rect r="r" b="b" t="t" l="l"/>
            <a:pathLst>
              <a:path h="448123" w="1801197">
                <a:moveTo>
                  <a:pt x="0" y="0"/>
                </a:moveTo>
                <a:lnTo>
                  <a:pt x="1801197" y="0"/>
                </a:lnTo>
                <a:lnTo>
                  <a:pt x="1801197" y="448123"/>
                </a:lnTo>
                <a:lnTo>
                  <a:pt x="0" y="4481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4338" y="-14978"/>
            <a:ext cx="922430" cy="420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Canva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503" y="847087"/>
            <a:ext cx="9270997" cy="3556387"/>
          </a:xfrm>
          <a:custGeom>
            <a:avLst/>
            <a:gdLst/>
            <a:ahLst/>
            <a:cxnLst/>
            <a:rect r="r" b="b" t="t" l="l"/>
            <a:pathLst>
              <a:path h="3556387" w="9270997">
                <a:moveTo>
                  <a:pt x="0" y="0"/>
                </a:moveTo>
                <a:lnTo>
                  <a:pt x="9270997" y="0"/>
                </a:lnTo>
                <a:lnTo>
                  <a:pt x="9270997" y="3556387"/>
                </a:lnTo>
                <a:lnTo>
                  <a:pt x="0" y="35563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910590"/>
            <a:ext cx="9144000" cy="3322320"/>
          </a:xfrm>
          <a:custGeom>
            <a:avLst/>
            <a:gdLst/>
            <a:ahLst/>
            <a:cxnLst/>
            <a:rect r="r" b="b" t="t" l="l"/>
            <a:pathLst>
              <a:path h="3322320" w="9144000">
                <a:moveTo>
                  <a:pt x="0" y="0"/>
                </a:moveTo>
                <a:lnTo>
                  <a:pt x="9144000" y="0"/>
                </a:lnTo>
                <a:lnTo>
                  <a:pt x="9144000" y="3322320"/>
                </a:lnTo>
                <a:lnTo>
                  <a:pt x="0" y="33223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751" y="1764925"/>
            <a:ext cx="4809296" cy="2261102"/>
          </a:xfrm>
          <a:custGeom>
            <a:avLst/>
            <a:gdLst/>
            <a:ahLst/>
            <a:cxnLst/>
            <a:rect r="r" b="b" t="t" l="l"/>
            <a:pathLst>
              <a:path h="2261102" w="4809296">
                <a:moveTo>
                  <a:pt x="0" y="0"/>
                </a:moveTo>
                <a:lnTo>
                  <a:pt x="4809297" y="0"/>
                </a:lnTo>
                <a:lnTo>
                  <a:pt x="4809297" y="2261102"/>
                </a:lnTo>
                <a:lnTo>
                  <a:pt x="0" y="2261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6896" y="1127760"/>
            <a:ext cx="872766" cy="172822"/>
          </a:xfrm>
          <a:custGeom>
            <a:avLst/>
            <a:gdLst/>
            <a:ahLst/>
            <a:cxnLst/>
            <a:rect r="r" b="b" t="t" l="l"/>
            <a:pathLst>
              <a:path h="172822" w="872766">
                <a:moveTo>
                  <a:pt x="0" y="0"/>
                </a:moveTo>
                <a:lnTo>
                  <a:pt x="872766" y="0"/>
                </a:lnTo>
                <a:lnTo>
                  <a:pt x="872766" y="172822"/>
                </a:lnTo>
                <a:lnTo>
                  <a:pt x="0" y="172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41732" r="0" b="-86416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66704" y="1764925"/>
            <a:ext cx="2826600" cy="1884400"/>
          </a:xfrm>
          <a:custGeom>
            <a:avLst/>
            <a:gdLst/>
            <a:ahLst/>
            <a:cxnLst/>
            <a:rect r="r" b="b" t="t" l="l"/>
            <a:pathLst>
              <a:path h="1884400" w="2826600">
                <a:moveTo>
                  <a:pt x="0" y="0"/>
                </a:moveTo>
                <a:lnTo>
                  <a:pt x="2826601" y="0"/>
                </a:lnTo>
                <a:lnTo>
                  <a:pt x="2826601" y="1884401"/>
                </a:lnTo>
                <a:lnTo>
                  <a:pt x="0" y="18844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7803" y="1812503"/>
            <a:ext cx="5843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7803" y="2268179"/>
            <a:ext cx="58436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7803" y="2723855"/>
            <a:ext cx="58436" cy="68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93"/>
              </a:lnSpc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- - 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896" y="1736350"/>
            <a:ext cx="4540785" cy="1737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77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Comisión entre el 1 % y el 5 %, siendo diferenciado por tramos </a:t>
            </a:r>
          </a:p>
          <a:p>
            <a:pPr algn="l">
              <a:lnSpc>
                <a:spcPts val="2038"/>
              </a:lnSpc>
            </a:pPr>
            <a:r>
              <a:rPr lang="en-US" sz="1477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Retención de pagos entre usuario y empresa para asegurar la ﬁnalización del trabajo </a:t>
            </a:r>
          </a:p>
          <a:p>
            <a:pPr algn="l">
              <a:lnSpc>
                <a:spcPts val="2038"/>
              </a:lnSpc>
            </a:pPr>
            <a:r>
              <a:rPr lang="en-US" sz="1477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Constante feedback de avances del trabajo </a:t>
            </a:r>
          </a:p>
          <a:p>
            <a:pPr algn="l">
              <a:lnSpc>
                <a:spcPts val="2038"/>
              </a:lnSpc>
            </a:pPr>
            <a:r>
              <a:rPr lang="en-US" sz="1477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Suscripciones premium para empresas </a:t>
            </a:r>
          </a:p>
          <a:p>
            <a:pPr algn="l">
              <a:lnSpc>
                <a:spcPts val="2038"/>
              </a:lnSpc>
            </a:pPr>
            <a:r>
              <a:rPr lang="en-US" sz="1477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Publicidad dentro de la página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7847" y="1243432"/>
            <a:ext cx="3150436" cy="40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negocios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9270997" cy="5039697"/>
          </a:xfrm>
          <a:custGeom>
            <a:avLst/>
            <a:gdLst/>
            <a:ahLst/>
            <a:cxnLst/>
            <a:rect r="r" b="b" t="t" l="l"/>
            <a:pathLst>
              <a:path h="5039697" w="9270997">
                <a:moveTo>
                  <a:pt x="0" y="0"/>
                </a:moveTo>
                <a:lnTo>
                  <a:pt x="9270997" y="0"/>
                </a:lnTo>
                <a:lnTo>
                  <a:pt x="9270997" y="5039696"/>
                </a:lnTo>
                <a:lnTo>
                  <a:pt x="0" y="50396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350" y="568297"/>
            <a:ext cx="7979383" cy="4488390"/>
          </a:xfrm>
          <a:custGeom>
            <a:avLst/>
            <a:gdLst/>
            <a:ahLst/>
            <a:cxnLst/>
            <a:rect r="r" b="b" t="t" l="l"/>
            <a:pathLst>
              <a:path h="4488390" w="7979383">
                <a:moveTo>
                  <a:pt x="0" y="0"/>
                </a:moveTo>
                <a:lnTo>
                  <a:pt x="7979383" y="0"/>
                </a:lnTo>
                <a:lnTo>
                  <a:pt x="7979383" y="4488389"/>
                </a:lnTo>
                <a:lnTo>
                  <a:pt x="0" y="4488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17344"/>
            <a:ext cx="9144000" cy="1605963"/>
          </a:xfrm>
          <a:custGeom>
            <a:avLst/>
            <a:gdLst/>
            <a:ahLst/>
            <a:cxnLst/>
            <a:rect r="r" b="b" t="t" l="l"/>
            <a:pathLst>
              <a:path h="1605963" w="9144000">
                <a:moveTo>
                  <a:pt x="0" y="0"/>
                </a:moveTo>
                <a:lnTo>
                  <a:pt x="9144000" y="0"/>
                </a:lnTo>
                <a:lnTo>
                  <a:pt x="9144000" y="1605962"/>
                </a:lnTo>
                <a:lnTo>
                  <a:pt x="0" y="1605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950" y="1127760"/>
            <a:ext cx="7815701" cy="789594"/>
          </a:xfrm>
          <a:custGeom>
            <a:avLst/>
            <a:gdLst/>
            <a:ahLst/>
            <a:cxnLst/>
            <a:rect r="r" b="b" t="t" l="l"/>
            <a:pathLst>
              <a:path h="789594" w="7815701">
                <a:moveTo>
                  <a:pt x="0" y="0"/>
                </a:moveTo>
                <a:lnTo>
                  <a:pt x="7815701" y="0"/>
                </a:lnTo>
                <a:lnTo>
                  <a:pt x="7815701" y="789594"/>
                </a:lnTo>
                <a:lnTo>
                  <a:pt x="0" y="789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4350" y="2217344"/>
            <a:ext cx="8047348" cy="1413357"/>
          </a:xfrm>
          <a:custGeom>
            <a:avLst/>
            <a:gdLst/>
            <a:ahLst/>
            <a:cxnLst/>
            <a:rect r="r" b="b" t="t" l="l"/>
            <a:pathLst>
              <a:path h="1413357" w="8047348">
                <a:moveTo>
                  <a:pt x="0" y="0"/>
                </a:moveTo>
                <a:lnTo>
                  <a:pt x="8047348" y="0"/>
                </a:lnTo>
                <a:lnTo>
                  <a:pt x="8047348" y="1413357"/>
                </a:lnTo>
                <a:lnTo>
                  <a:pt x="0" y="14133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15178" y="1348788"/>
            <a:ext cx="5725544" cy="40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Márgenes de ganancias proyectables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41732" r="0" b="-86416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217344"/>
            <a:ext cx="9144000" cy="1605963"/>
          </a:xfrm>
          <a:custGeom>
            <a:avLst/>
            <a:gdLst/>
            <a:ahLst/>
            <a:cxnLst/>
            <a:rect r="r" b="b" t="t" l="l"/>
            <a:pathLst>
              <a:path h="1605963" w="9144000">
                <a:moveTo>
                  <a:pt x="0" y="0"/>
                </a:moveTo>
                <a:lnTo>
                  <a:pt x="9144000" y="0"/>
                </a:lnTo>
                <a:lnTo>
                  <a:pt x="9144000" y="1605962"/>
                </a:lnTo>
                <a:lnTo>
                  <a:pt x="0" y="1605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5950" y="1127760"/>
            <a:ext cx="7815701" cy="789594"/>
          </a:xfrm>
          <a:custGeom>
            <a:avLst/>
            <a:gdLst/>
            <a:ahLst/>
            <a:cxnLst/>
            <a:rect r="r" b="b" t="t" l="l"/>
            <a:pathLst>
              <a:path h="789594" w="7815701">
                <a:moveTo>
                  <a:pt x="0" y="0"/>
                </a:moveTo>
                <a:lnTo>
                  <a:pt x="7815701" y="0"/>
                </a:lnTo>
                <a:lnTo>
                  <a:pt x="7815701" y="789594"/>
                </a:lnTo>
                <a:lnTo>
                  <a:pt x="0" y="789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441732" r="0" b="-86416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08957" y="1917354"/>
          <a:ext cx="5642020" cy="1853633"/>
        </p:xfrm>
        <a:graphic>
          <a:graphicData uri="http://schemas.openxmlformats.org/drawingml/2006/table">
            <a:tbl>
              <a:tblPr/>
              <a:tblGrid>
                <a:gridCol w="940337"/>
                <a:gridCol w="940337"/>
                <a:gridCol w="940337"/>
                <a:gridCol w="940337"/>
                <a:gridCol w="940337"/>
                <a:gridCol w="940337"/>
              </a:tblGrid>
              <a:tr h="162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ID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sz="6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KPI'S Claves del proceso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sz="6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Componente/s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sz="6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Resultado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sz="6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Observaciones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sz="6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Observaciones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B3B3"/>
                    </a:solidFill>
                  </a:tcPr>
                </a:tc>
              </a:tr>
              <a:tr h="162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Creacion de Usuario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registrar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100%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88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Creacion de Empresa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registrar_empresa_datos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100%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88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Creacion de publicacion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publicar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100%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88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Realizar cotizacion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cotizar_publicacion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100%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88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Subir archivos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publicar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80%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88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Tiene un limite de carga de archivos de diez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Tiene un limite de carga de archivos de diez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Aceptar Cotizacion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aceptar_cotizacion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100%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88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Rechazar Cotizacion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pendiente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5600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Funcionalidad Ausente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Funcionalidad Ausente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2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Ver Historial de Cotizaciones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historial_publicacion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80%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88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Otras empresas aun pueden ver el historial de las publicaciones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Otras empresas aun pueden ver el historial de las publicaciones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620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r>
                        <a:rPr lang="en-US" sz="6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839"/>
                        </a:lnSpc>
                        <a:defRPr/>
                      </a:pPr>
                      <a:r>
                        <a:rPr lang="en-US" b="true" sz="600" i="true">
                          <a:solidFill>
                            <a:srgbClr val="000000"/>
                          </a:solidFill>
                          <a:latin typeface="Montserrat Bold Italics"/>
                          <a:ea typeface="Montserrat Bold Italics"/>
                          <a:cs typeface="Montserrat Bold Italics"/>
                          <a:sym typeface="Montserrat Bold Italics"/>
                        </a:rPr>
                        <a:t>Poder filtrar las publicaciones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979"/>
                        </a:lnSpc>
                        <a:defRPr/>
                      </a:pPr>
                      <a:r>
                        <a:rPr lang="en-US" sz="700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pendiente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0%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56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1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Total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120"/>
                        </a:lnSpc>
                        <a:defRPr/>
                      </a:pPr>
                      <a:r>
                        <a:rPr lang="en-US" sz="800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73%</a:t>
                      </a: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99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839"/>
                        </a:lnSpc>
                        <a:defRPr/>
                      </a:pPr>
                      <a:endParaRPr lang="en-US" sz="1100"/>
                    </a:p>
                  </a:txBody>
                  <a:tcPr marL="19050" marR="19050" marT="19050" marB="19050" anchor="ctr">
                    <a:lnL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815178" y="1348788"/>
            <a:ext cx="3439544" cy="407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5"/>
              </a:lnSpc>
            </a:pPr>
            <a:r>
              <a:rPr lang="en-US" b="true" sz="233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KPI Proyecto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D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2595" y="1127760"/>
            <a:ext cx="7478811" cy="3748040"/>
          </a:xfrm>
          <a:custGeom>
            <a:avLst/>
            <a:gdLst/>
            <a:ahLst/>
            <a:cxnLst/>
            <a:rect r="r" b="b" t="t" l="l"/>
            <a:pathLst>
              <a:path h="3748040" w="7478811">
                <a:moveTo>
                  <a:pt x="0" y="0"/>
                </a:moveTo>
                <a:lnTo>
                  <a:pt x="7478810" y="0"/>
                </a:lnTo>
                <a:lnTo>
                  <a:pt x="7478810" y="3748040"/>
                </a:lnTo>
                <a:lnTo>
                  <a:pt x="0" y="3748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9144000" cy="487804"/>
          </a:xfrm>
          <a:custGeom>
            <a:avLst/>
            <a:gdLst/>
            <a:ahLst/>
            <a:cxnLst/>
            <a:rect r="r" b="b" t="t" l="l"/>
            <a:pathLst>
              <a:path h="487804" w="9144000">
                <a:moveTo>
                  <a:pt x="0" y="0"/>
                </a:moveTo>
                <a:lnTo>
                  <a:pt x="9144000" y="0"/>
                </a:lnTo>
                <a:lnTo>
                  <a:pt x="9144000" y="487804"/>
                </a:lnTo>
                <a:lnTo>
                  <a:pt x="0" y="48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41732" r="0" b="-86416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6003" y="1373005"/>
            <a:ext cx="7124432" cy="330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 i="true" spc="-47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Conclusión</a:t>
            </a:r>
            <a:r>
              <a:rPr lang="en-US" sz="2399" spc="-47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: Proyecto WeDo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Alta rentabilidad</a:t>
            </a:r>
            <a:r>
              <a:rPr lang="en-US" sz="1499" spc="-2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: El proyecto presenta márgenes de ganancia del 35%, asegurando una sólida base financiera.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Baja inversión inicial</a:t>
            </a:r>
            <a:r>
              <a:rPr lang="en-US" sz="1499" spc="-2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: Los costos de sostenibilidad y mantenimiento en las etapas iniciales son reducidos, favoreciendo un rápido retorno de la inversión.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Demanda identificada</a:t>
            </a:r>
            <a:r>
              <a:rPr lang="en-US" sz="1499" spc="-2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: La solución aborda una necesidad clara en el mercado de construcción, conectando usuarios con empresas de forma eficiente.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Implementación eficiente</a:t>
            </a:r>
            <a:r>
              <a:rPr lang="en-US" sz="1499" spc="-2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: El uso de metodologías ágiles y la experiencia del equipo en ecommerce garantizan tiempos de desarrollo controlados y resultados de calidad.</a:t>
            </a:r>
          </a:p>
          <a:p>
            <a:pPr algn="l" marL="323848" indent="-161924" lvl="1">
              <a:lnSpc>
                <a:spcPts val="2099"/>
              </a:lnSpc>
              <a:buFont typeface="Arial"/>
              <a:buChar char="•"/>
            </a:pPr>
            <a:r>
              <a:rPr lang="en-US" b="true" sz="1499" spc="-29">
                <a:solidFill>
                  <a:srgbClr val="5959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Escalabilidad</a:t>
            </a:r>
            <a:r>
              <a:rPr lang="en-US" sz="1499" spc="-29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: La plataforma está diseñada para adaptarse a un público amplio, lo que facilita su crecimiento y expansión futura.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DAGYNa9JphI</dc:identifier>
  <dcterms:modified xsi:type="dcterms:W3CDTF">2011-08-01T06:04:30Z</dcterms:modified>
  <cp:revision>1</cp:revision>
  <dc:title>Copia de Presentacion de avances fase 2.pdf</dc:title>
</cp:coreProperties>
</file>
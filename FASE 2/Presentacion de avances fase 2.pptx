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c4d3298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c4d3298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c4d3298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c4d3298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c4d32981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c4d32981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c4d32981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c4d32981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c5cf9832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c5cf9832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c5cf9758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c5cf9758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c5cf9832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0c5cf9832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c5cf9758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0c5cf9758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c5cf9758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0c5cf9758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c5cf9832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0c5cf9832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c5cf9832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0c5cf9832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c5cf9758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0c5cf9758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c4d32981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c4d32981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c5cf9758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c5cf9758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open?id=1zSEnNczmD00o9Phtze1B5B-orusS_DIS&amp;usp=drive_copy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p4vBjsG2iJMpsjR6_QNaNDWG2iDUJc7o/edit?usp=drive_link&amp;ouid=111522182064474972101&amp;rtpof=true&amp;sd=true" TargetMode="External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</a:t>
            </a:r>
            <a:r>
              <a:rPr lang="es"/>
              <a:t> de avances y evidencias en proyecto de </a:t>
            </a:r>
            <a:r>
              <a:rPr lang="es"/>
              <a:t>título</a:t>
            </a:r>
            <a:r>
              <a:rPr lang="es"/>
              <a:t> “WeDo”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46400" y="4201650"/>
            <a:ext cx="2851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Sebastián</a:t>
            </a:r>
            <a:r>
              <a:rPr lang="es"/>
              <a:t> Solar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Ignacio Mardones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 negocio y factibilidad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9379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8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WeDo es una aplicación que permitirá a sus usuarios publicar la planificación de sus espacios ideales compartiéndola con empresas y pymes de construcción quienes </a:t>
            </a:r>
            <a:r>
              <a:rPr lang="es" sz="48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ofertarán</a:t>
            </a:r>
            <a:r>
              <a:rPr lang="es" sz="48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buscando dar los mejores resultados al mejor precio, siendo todo este proceso supervisado por nuestros sistemas asegurando que el trabajo ofertado y realizado sean acorde a lo pactado entre ambas partes.</a:t>
            </a:r>
            <a:endParaRPr sz="48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8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79" lvl="0" marL="457200" rtl="0" algn="just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es" sz="47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desarrollo del producto utilizando una metodología ágil </a:t>
            </a:r>
            <a:endParaRPr sz="47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79" lvl="0" marL="457200" rtl="0" algn="just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es" sz="47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Mantener los tiempos de desarrollo acorde a lo estimado </a:t>
            </a:r>
            <a:endParaRPr sz="47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79" lvl="0" marL="457200" rtl="0" algn="just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es" sz="47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Como tercer punto debemos considerar los conocimientos previos del equipo en el desarrollo de ecommerce dentro de la industria </a:t>
            </a:r>
            <a:endParaRPr sz="47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79" lvl="0" marL="457200" rtl="0" algn="just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es" sz="47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Simplificación de las funcionalidades complejas para abarcar una mayor gama de usuarios y reducir los tiempos de producción.</a:t>
            </a:r>
            <a:endParaRPr sz="47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79" lvl="0" marL="457200" rtl="0" algn="just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es" sz="47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Realizar testing de los módulos creados a medida de que estos se van realizando </a:t>
            </a:r>
            <a:endParaRPr sz="47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79" lvl="0" marL="457200" rtl="0" algn="just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es" sz="47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Además realizaremos daily meetings para asegurar que los objetivos del dia dentro del desarrollo sean concordantes con lo que los integrantes del equipo realizan</a:t>
            </a:r>
            <a:endParaRPr sz="47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79" lvl="0" marL="457200" rtl="0" algn="just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es" sz="47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Trabajaremos acorde a la carta gantt para entregar el proyecto en la fecha estipulada</a:t>
            </a:r>
            <a:r>
              <a:rPr lang="es" sz="479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48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u="sng">
                <a:solidFill>
                  <a:schemeClr val="hlink"/>
                </a:solidFill>
                <a:hlinkClick r:id="rId3"/>
              </a:rPr>
              <a:t>Profile 1.png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9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Cuales son los objetivos de WeDo</a:t>
            </a:r>
            <a:endParaRPr sz="3500"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1010" lvl="0" marL="457200" rtl="0" algn="just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Calibri"/>
              <a:buChar char="-"/>
            </a:pPr>
            <a:r>
              <a:rPr lang="es" sz="14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Adjuntar planos o diseños de las cocinas de los usuarios</a:t>
            </a:r>
            <a:endParaRPr sz="14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1010" lvl="0" marL="457200" rtl="0" algn="just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Calibri"/>
              <a:buChar char="-"/>
            </a:pPr>
            <a:r>
              <a:rPr lang="es" sz="14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Publicación de diseños en nuestro ecommerce.</a:t>
            </a:r>
            <a:endParaRPr sz="14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1010" lvl="0" marL="457200" rtl="0" algn="just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Calibri"/>
              <a:buChar char="-"/>
            </a:pPr>
            <a:r>
              <a:rPr lang="es" sz="14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Realización de cotizaciones por parte de las empresas registradas.</a:t>
            </a:r>
            <a:endParaRPr sz="14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1010" lvl="0" marL="457200" rtl="0" algn="just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Calibri"/>
              <a:buChar char="-"/>
            </a:pPr>
            <a:r>
              <a:rPr lang="es" sz="14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Supervisar el proceso de construcción para asegurar la calidad del servicio entregado por nuestros afiliados.</a:t>
            </a:r>
            <a:endParaRPr sz="14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1010" lvl="0" marL="457200" rtl="0" algn="just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Calibri"/>
              <a:buChar char="-"/>
            </a:pPr>
            <a:r>
              <a:rPr lang="es" sz="14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Poder de decisión para el usuario dentro de su proyecto.</a:t>
            </a:r>
            <a:endParaRPr sz="14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1010" lvl="0" marL="457200" rtl="0" algn="just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Calibri"/>
              <a:buChar char="-"/>
            </a:pPr>
            <a:r>
              <a:rPr lang="es" sz="14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oportunidad de realizar acuerdos mutuos entre las partes.</a:t>
            </a:r>
            <a:endParaRPr sz="14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1010" lvl="0" marL="457200" rtl="0" algn="just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5"/>
              <a:buFont typeface="Calibri"/>
              <a:buChar char="-"/>
            </a:pPr>
            <a:r>
              <a:rPr lang="es" sz="14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capacidad de controlar todo el flujo de contenido que ocurre dentro del sistema así asegurando que la información utilizada sea aprovechada.</a:t>
            </a:r>
            <a:endParaRPr sz="14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914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Historias de usuario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" y="589295"/>
            <a:ext cx="9143999" cy="4554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Requerimientos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No funcionales : 29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Funcionales : 33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Total: 62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375" y="1853850"/>
            <a:ext cx="6012499" cy="31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Carta Gantt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Inicio de actividades: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05/07/2024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Cierre de actividades: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31/10/2024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EXCEL CARTA GANTT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5023" y="1148675"/>
            <a:ext cx="5347526" cy="34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Stack </a:t>
            </a:r>
            <a:r>
              <a:rPr lang="es"/>
              <a:t>Tecnológico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s" sz="2000"/>
              <a:t>Host</a:t>
            </a:r>
            <a:r>
              <a:rPr lang="es" sz="2000"/>
              <a:t>: AWS - Virtual Machine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s" sz="2000"/>
              <a:t>Servidor</a:t>
            </a:r>
            <a:r>
              <a:rPr lang="es" sz="2000"/>
              <a:t>: NODEJS (JavaScript).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s" sz="2000"/>
              <a:t>Base de datos</a:t>
            </a:r>
            <a:r>
              <a:rPr lang="es" sz="2000"/>
              <a:t>: MYSQL.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s" sz="2000"/>
              <a:t>Front-End</a:t>
            </a:r>
            <a:r>
              <a:rPr lang="es" sz="2000"/>
              <a:t>: </a:t>
            </a:r>
            <a:r>
              <a:rPr lang="es" sz="2000"/>
              <a:t>Bootstrap</a:t>
            </a:r>
            <a:r>
              <a:rPr lang="es" sz="2000"/>
              <a:t> 5.3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s" sz="2000"/>
              <a:t>Back - End</a:t>
            </a:r>
            <a:r>
              <a:rPr lang="es" sz="2000"/>
              <a:t>: ExpressJS.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Funcionalidades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Middleware de Autenticacion de sesion (Sesion)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Registrarse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Iniciar </a:t>
            </a:r>
            <a:r>
              <a:rPr lang="es"/>
              <a:t>sesión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Realizar publicaciones (Multer Imagenes.)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Ver publicaciones en detalle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Realizar Cotizaciones (Pendiente)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Crear avances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Aceptar Avances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Verificar avances (Pendiente)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Confirmar Trabajo (Pendiente)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7650" y="493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actual</a:t>
            </a: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5325"/>
            <a:ext cx="8839201" cy="249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7650" y="493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Funcionalidades actuales</a:t>
            </a:r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575" y="1028350"/>
            <a:ext cx="6223436" cy="381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7650" y="606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Primeras evidencias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25" y="1896638"/>
            <a:ext cx="5199150" cy="262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5825" y="1354372"/>
            <a:ext cx="2427000" cy="35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729450" y="5984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Primeras evidencias</a:t>
            </a: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6000"/>
            <a:ext cx="8839201" cy="186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7450" y="2769850"/>
            <a:ext cx="4552699" cy="22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727650" y="514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BASE DE DATOS PRIMERA FASE</a:t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150" y="1049500"/>
            <a:ext cx="4433663" cy="40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727650" y="514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BASE DE DATOS SEGUNDA FASE</a:t>
            </a:r>
            <a:endParaRPr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450" y="1092300"/>
            <a:ext cx="6735105" cy="378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</a:t>
            </a:r>
            <a:endParaRPr/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875" y="399675"/>
            <a:ext cx="4743823" cy="4743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